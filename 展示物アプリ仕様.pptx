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2" r:id="rId6"/>
    <p:sldId id="285" r:id="rId7"/>
    <p:sldId id="287" r:id="rId8"/>
    <p:sldId id="288" r:id="rId9"/>
    <p:sldId id="295" r:id="rId10"/>
    <p:sldId id="297" r:id="rId11"/>
    <p:sldId id="298" r:id="rId12"/>
    <p:sldId id="299" r:id="rId13"/>
    <p:sldId id="300" r:id="rId14"/>
    <p:sldId id="301" r:id="rId15"/>
    <p:sldId id="303" r:id="rId16"/>
    <p:sldId id="302" r:id="rId17"/>
    <p:sldId id="296" r:id="rId18"/>
    <p:sldId id="290" r:id="rId19"/>
    <p:sldId id="294" r:id="rId20"/>
    <p:sldId id="289" r:id="rId21"/>
    <p:sldId id="263" r:id="rId22"/>
    <p:sldId id="264" r:id="rId23"/>
    <p:sldId id="292" r:id="rId24"/>
    <p:sldId id="291" r:id="rId25"/>
    <p:sldId id="265" r:id="rId26"/>
    <p:sldId id="266" r:id="rId27"/>
    <p:sldId id="270" r:id="rId28"/>
    <p:sldId id="271" r:id="rId29"/>
    <p:sldId id="272" r:id="rId30"/>
    <p:sldId id="267" r:id="rId31"/>
    <p:sldId id="268" r:id="rId32"/>
    <p:sldId id="273" r:id="rId33"/>
    <p:sldId id="276" r:id="rId34"/>
    <p:sldId id="277" r:id="rId35"/>
    <p:sldId id="284" r:id="rId36"/>
    <p:sldId id="278" r:id="rId37"/>
    <p:sldId id="279" r:id="rId38"/>
    <p:sldId id="280" r:id="rId39"/>
    <p:sldId id="281" r:id="rId40"/>
    <p:sldId id="282" r:id="rId41"/>
    <p:sldId id="283" r:id="rId42"/>
  </p:sldIdLst>
  <p:sldSz cx="12192000" cy="6858000"/>
  <p:notesSz cx="7099300" cy="102346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6" d="100"/>
          <a:sy n="96" d="100"/>
        </p:scale>
        <p:origin x="42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E9436F-2CAD-F23F-0918-6EE59F3EDB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D256D4D-0270-FBF2-CCEB-B21B8D2EA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959A09-648A-D69A-562C-C0A0DBC69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8AFA4F-3557-9210-F691-8C6BE9B7E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8574804-CEBC-8DC1-860C-587545CBD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8902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57AB91-1C89-59E6-4862-03650FC71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65F893-9B8D-7760-5C2D-F74BA557A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E6952E8-141B-58F8-FDF0-3AB191A0F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0F5A06-A16C-97E6-7135-3596FD955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56AA48-3472-73B3-FA39-AED8DDB3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85802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D699B4-D681-96ED-85F3-A9C22ED7D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3A827F9-9400-B1F3-4CBF-7D82C13E93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B1A7162-DFEE-81AF-A3D7-D1EB01F8F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BD6DF82-DCCE-1F90-9072-C815440E2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9154E7-E425-C3BC-F7D0-B2D5592CB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7489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6D57F6-4CDC-A071-D751-900631B31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6F8B84-C988-A7B3-7E41-B8C8B0E152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3AF116F-5A88-28FF-2A74-DD959911A0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CAD17A0-85E0-FF13-B124-19DAEACCE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A5436CF-7593-CA15-C6F3-EF2030BD0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71A1F35-35F2-A2B7-51E1-F690949F9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7505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990393-AFDE-AF55-32AA-59604CD1A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FD696D6-7C75-831B-6040-631BD959F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175F8A1-F254-24D0-B002-F65AE0AB34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08E3255-8414-AE75-79F1-D73A6D1987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78D5859-5AC6-A987-4D88-F30D56B3D1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4D28E6A-F543-3B76-331A-9D0AC483D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6BDF50B-E432-974F-E5B7-297D800E4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5B49E64-1EC0-2B2B-EA1D-DD8D51CD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03225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D1893F-F700-63ED-C702-0AD734A6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1FC8760-1AF0-E340-0BD2-1B68DB0FD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974A591-2C4E-4D89-04A2-EB36C1EB4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F8CD758-AA16-AB8F-480F-C9A1A4870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60179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048014F-FCEF-8056-3310-EA9CA56885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4CF08A5-64AE-1B56-9557-FB2DCB857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713CCC4-957B-AC24-A010-695D34411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8636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56EDF4-DFE6-B282-0913-DD1C67577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E2AC957-C628-6DEB-3DD4-F1148143C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2CF1959-E829-15A1-D82F-B539F64A64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A68DFAA-6279-2274-5716-E5DB4AD86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BD7F468-CC2B-E4FA-0F0D-A26686A3D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C58F911-2DD8-C479-EBCD-C1C409A60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06830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C2009D-6342-C8DD-3251-651A7C906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80EFF52-D598-993A-1DF5-6736BED710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FCD27C5-2049-C780-DC47-DBB7A06BC7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5AD6FCF-E1A9-4468-3ADF-80BA11187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1990D3F-941B-1DD2-65BF-205AEF52E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7A4042E-60CE-0811-FF37-B2043BB0B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2770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CD8523-E602-B14E-0466-0A201974D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BEDE8FA-960F-B2E6-CF8B-AF70E202F5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FE48BD-1CF6-A6E2-7200-FFDCC6411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9204CED-3AFF-E117-9398-D42B75965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CB7FA1-B545-C322-C900-9797B9D7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8626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A56C22E-296A-2E06-491A-DE4DC3329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7E8222A-43C7-B5B5-2888-0450A4C77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F977BE-2ED6-B074-C083-53BF6C9D9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D868B3-A0E2-0224-BB00-3DCCE2832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4BBCB99-CC24-1701-4BAE-3D98D7D0E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7171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7D6A0EF-65D2-BDD0-2982-70AA33FBD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E9A00E-915B-AB00-D46B-6FA995EF76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BA33F8-8E40-0B02-502F-070D3F4055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323FA1-718A-383C-5129-25D1134CAB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331510-0614-EA74-2D24-22EE33E1C2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16853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3A3B4C-555F-C05F-8660-5361B7542B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博物館アプリ企画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C43E27B-C69D-2A76-FB5F-99CAB35DE1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2026/01/09 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35143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EF074C25-5D8C-E0B3-86B8-E07F9078231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1B52376-17C6-F2FF-4942-75BF19E077C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アプリケーション方針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91DB01D-415F-F95D-F5CE-D13C5B53D9FD}"/>
              </a:ext>
            </a:extLst>
          </p:cNvPr>
          <p:cNvSpPr txBox="1"/>
          <p:nvPr/>
        </p:nvSpPr>
        <p:spPr>
          <a:xfrm>
            <a:off x="616226" y="4403252"/>
            <a:ext cx="1154927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サーバーは</a:t>
            </a:r>
            <a:r>
              <a:rPr kumimoji="1" lang="en-US" altLang="ja-JP" dirty="0" err="1"/>
              <a:t>xserver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博物館の展示物と案内内容を簡単に管理できる機能を提供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案内内容の管理は</a:t>
            </a:r>
            <a:r>
              <a:rPr kumimoji="1" lang="en-US" altLang="ja-JP" dirty="0"/>
              <a:t>MySQL DB</a:t>
            </a:r>
            <a:r>
              <a:rPr kumimoji="1" lang="ja-JP" altLang="en-US" dirty="0"/>
              <a:t>で行う</a:t>
            </a:r>
            <a:r>
              <a:rPr lang="en-US" altLang="ja-JP" dirty="0"/>
              <a:t>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HTML</a:t>
            </a:r>
            <a:r>
              <a:rPr lang="ja-JP" altLang="en-US" dirty="0"/>
              <a:t>の知識が無くても入力できるように入力用のインターフェースを用意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kumimoji="1" lang="en-US" altLang="ja-JP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3AA5321-50B4-949A-5486-6DCF44822D18}"/>
              </a:ext>
            </a:extLst>
          </p:cNvPr>
          <p:cNvSpPr txBox="1"/>
          <p:nvPr/>
        </p:nvSpPr>
        <p:spPr>
          <a:xfrm>
            <a:off x="407504" y="1083365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■アプリケーション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97C2E1E-72B6-7147-9323-AC64AE20C2A9}"/>
              </a:ext>
            </a:extLst>
          </p:cNvPr>
          <p:cNvSpPr txBox="1"/>
          <p:nvPr/>
        </p:nvSpPr>
        <p:spPr>
          <a:xfrm>
            <a:off x="530087" y="1531418"/>
            <a:ext cx="1154927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一つの博物館アプリ（仮称）で複数の博物館に対応する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アプリケーションはブラウザで行う、</a:t>
            </a:r>
            <a:r>
              <a:rPr kumimoji="1" lang="en-US" altLang="ja-JP" dirty="0"/>
              <a:t>PWA</a:t>
            </a:r>
            <a:r>
              <a:rPr kumimoji="1" lang="ja-JP" altLang="en-US" dirty="0"/>
              <a:t>不要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博物館アプリのトップページで対象博物館を設定できる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QR</a:t>
            </a:r>
            <a:r>
              <a:rPr lang="ja-JP" altLang="en-US" dirty="0"/>
              <a:t>コードを読むことでダイレクトに特定の博物館のトップページに進む</a:t>
            </a:r>
            <a:endParaRPr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コードを読むと展示物の紹介を文字と音声で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案内は多言語対応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博物館の館内地図表示</a:t>
            </a:r>
            <a:endParaRPr kumimoji="1" lang="en-US" altLang="ja-JP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A546B17-5771-F1B1-1F2E-CF92013DF797}"/>
              </a:ext>
            </a:extLst>
          </p:cNvPr>
          <p:cNvSpPr txBox="1"/>
          <p:nvPr/>
        </p:nvSpPr>
        <p:spPr>
          <a:xfrm>
            <a:off x="530087" y="3907307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■案内内容の管理</a:t>
            </a:r>
          </a:p>
        </p:txBody>
      </p:sp>
    </p:spTree>
    <p:extLst>
      <p:ext uri="{BB962C8B-B14F-4D97-AF65-F5344CB8AC3E}">
        <p14:creationId xmlns:p14="http://schemas.microsoft.com/office/powerpoint/2010/main" val="1331687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DC5C270-0C95-7AD0-3877-B4EFF61B80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071577A-4021-4AF3-8AE8-98BBB0446C6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画面遷移（利用者）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16CD204-11BE-725A-F2EF-133B704BB4A8}"/>
              </a:ext>
            </a:extLst>
          </p:cNvPr>
          <p:cNvSpPr/>
          <p:nvPr/>
        </p:nvSpPr>
        <p:spPr>
          <a:xfrm>
            <a:off x="834937" y="14068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○○博物館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B62A116-0DB9-425D-A572-A25AFB61C7EC}"/>
              </a:ext>
            </a:extLst>
          </p:cNvPr>
          <p:cNvSpPr/>
          <p:nvPr/>
        </p:nvSpPr>
        <p:spPr>
          <a:xfrm>
            <a:off x="834937" y="17981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××</a:t>
            </a:r>
            <a:r>
              <a:rPr kumimoji="1" lang="ja-JP" altLang="en-US" sz="1200" dirty="0">
                <a:solidFill>
                  <a:schemeClr val="tx1"/>
                </a:solidFill>
              </a:rPr>
              <a:t>博物館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835FD68-B3DB-BF38-BF2E-1892F45107C2}"/>
              </a:ext>
            </a:extLst>
          </p:cNvPr>
          <p:cNvSpPr/>
          <p:nvPr/>
        </p:nvSpPr>
        <p:spPr>
          <a:xfrm>
            <a:off x="735497" y="1294177"/>
            <a:ext cx="1321904" cy="100175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A254587-B090-1CCB-EE31-DC5EB4EBEE6D}"/>
              </a:ext>
            </a:extLst>
          </p:cNvPr>
          <p:cNvSpPr txBox="1"/>
          <p:nvPr/>
        </p:nvSpPr>
        <p:spPr>
          <a:xfrm>
            <a:off x="705679" y="868090"/>
            <a:ext cx="13815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博物館選択画面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48EA15D-E23D-B168-08F6-B854C67715D7}"/>
              </a:ext>
            </a:extLst>
          </p:cNvPr>
          <p:cNvSpPr/>
          <p:nvPr/>
        </p:nvSpPr>
        <p:spPr>
          <a:xfrm>
            <a:off x="2877429" y="1294177"/>
            <a:ext cx="1321904" cy="50401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540F72F-1C4C-1305-CE3C-DF12F1F80A54}"/>
              </a:ext>
            </a:extLst>
          </p:cNvPr>
          <p:cNvSpPr txBox="1"/>
          <p:nvPr/>
        </p:nvSpPr>
        <p:spPr>
          <a:xfrm>
            <a:off x="2673627" y="942634"/>
            <a:ext cx="20077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○○博物館トップ画面</a:t>
            </a:r>
          </a:p>
        </p:txBody>
      </p:sp>
      <p:cxnSp>
        <p:nvCxnSpPr>
          <p:cNvPr id="16" name="コネクタ: カギ線 15">
            <a:extLst>
              <a:ext uri="{FF2B5EF4-FFF2-40B4-BE49-F238E27FC236}">
                <a16:creationId xmlns:a16="http://schemas.microsoft.com/office/drawing/2014/main" id="{1831295B-E33B-B4DC-1F32-614FEC87F46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1913333" y="1545392"/>
            <a:ext cx="964096" cy="79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EA55849-B200-F577-FA21-07508D526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4286" y="2487397"/>
            <a:ext cx="443789" cy="417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1944A5FB-EEE5-08C2-3264-D376A85340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22218" y="2445024"/>
            <a:ext cx="1088230" cy="1088230"/>
          </a:xfrm>
          <a:prstGeom prst="rect">
            <a:avLst/>
          </a:prstGeom>
        </p:spPr>
      </p:pic>
      <p:cxnSp>
        <p:nvCxnSpPr>
          <p:cNvPr id="19" name="コネクタ: カギ線 18">
            <a:extLst>
              <a:ext uri="{FF2B5EF4-FFF2-40B4-BE49-F238E27FC236}">
                <a16:creationId xmlns:a16="http://schemas.microsoft.com/office/drawing/2014/main" id="{35BB434B-76AF-7F8A-D6F3-AB0DF26AC757}"/>
              </a:ext>
            </a:extLst>
          </p:cNvPr>
          <p:cNvCxnSpPr>
            <a:cxnSpLocks/>
            <a:stCxn id="18" idx="1"/>
            <a:endCxn id="13" idx="2"/>
          </p:cNvCxnSpPr>
          <p:nvPr/>
        </p:nvCxnSpPr>
        <p:spPr>
          <a:xfrm flipV="1">
            <a:off x="1610448" y="1798192"/>
            <a:ext cx="1927933" cy="119094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B58A4AC-9090-2ED9-8FD3-021EED052282}"/>
              </a:ext>
            </a:extLst>
          </p:cNvPr>
          <p:cNvSpPr txBox="1"/>
          <p:nvPr/>
        </p:nvSpPr>
        <p:spPr>
          <a:xfrm>
            <a:off x="1396448" y="3050374"/>
            <a:ext cx="18387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/>
              <a:t>QR</a:t>
            </a:r>
            <a:r>
              <a:rPr kumimoji="1" lang="ja-JP" altLang="en-US" sz="1200" dirty="0"/>
              <a:t>コードをリードしてダイレクトに対象博物館のトップページ表示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38E0C43-6758-F2F0-2AAA-DCAE50A5D867}"/>
              </a:ext>
            </a:extLst>
          </p:cNvPr>
          <p:cNvSpPr txBox="1"/>
          <p:nvPr/>
        </p:nvSpPr>
        <p:spPr>
          <a:xfrm>
            <a:off x="4979504" y="1153445"/>
            <a:ext cx="24350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■トップページ内容</a:t>
            </a:r>
            <a:endParaRPr kumimoji="1" lang="en-US" altLang="ja-JP" dirty="0"/>
          </a:p>
          <a:p>
            <a:r>
              <a:rPr kumimoji="1" lang="ja-JP" altLang="en-US" dirty="0"/>
              <a:t>以下のリンク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博物館の説明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QR</a:t>
            </a:r>
            <a:r>
              <a:rPr kumimoji="1" lang="ja-JP" altLang="en-US" dirty="0"/>
              <a:t>コードリーダー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D73553B-F9CB-0E19-1231-F7D85239BA92}"/>
              </a:ext>
            </a:extLst>
          </p:cNvPr>
          <p:cNvSpPr txBox="1"/>
          <p:nvPr/>
        </p:nvSpPr>
        <p:spPr>
          <a:xfrm>
            <a:off x="834937" y="466145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■博物館の説明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2A17AF0E-29F3-845A-703F-B0A770731AEF}"/>
              </a:ext>
            </a:extLst>
          </p:cNvPr>
          <p:cNvSpPr txBox="1"/>
          <p:nvPr/>
        </p:nvSpPr>
        <p:spPr>
          <a:xfrm>
            <a:off x="1108212" y="5194491"/>
            <a:ext cx="6226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簡単な紹介文と画像</a:t>
            </a:r>
          </a:p>
        </p:txBody>
      </p:sp>
    </p:spTree>
    <p:extLst>
      <p:ext uri="{BB962C8B-B14F-4D97-AF65-F5344CB8AC3E}">
        <p14:creationId xmlns:p14="http://schemas.microsoft.com/office/powerpoint/2010/main" val="230468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C5F9F-35CD-63BB-0C17-D6F0C79D0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6E1EF0D-0BBC-A313-CB1A-1814C352AD0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3BAC101-05AC-6711-8E35-FBD5FD62450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コードリーダから展示物紹介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F1B5432-7C5B-D3B3-5264-CCC1A35AFE27}"/>
              </a:ext>
            </a:extLst>
          </p:cNvPr>
          <p:cNvSpPr txBox="1"/>
          <p:nvPr/>
        </p:nvSpPr>
        <p:spPr>
          <a:xfrm>
            <a:off x="556592" y="942634"/>
            <a:ext cx="1987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画面イメージ</a:t>
            </a:r>
          </a:p>
        </p:txBody>
      </p:sp>
      <p:pic>
        <p:nvPicPr>
          <p:cNvPr id="6" name="図 5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9DEC15E6-EB60-2B73-FA84-7FD3500BD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382" y="1274165"/>
            <a:ext cx="3360695" cy="5385052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E65383C-7EC4-89E4-ACD6-D2D67AB2B1CB}"/>
              </a:ext>
            </a:extLst>
          </p:cNvPr>
          <p:cNvSpPr txBox="1"/>
          <p:nvPr/>
        </p:nvSpPr>
        <p:spPr>
          <a:xfrm>
            <a:off x="1550505" y="1908313"/>
            <a:ext cx="33991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/>
              <a:t>QR</a:t>
            </a:r>
            <a:r>
              <a:rPr kumimoji="1" lang="ja-JP" altLang="en-US" b="1" dirty="0"/>
              <a:t>コードを読んでください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A1C2295-C173-0F80-A332-C75CF2373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066" y="2719716"/>
            <a:ext cx="1978403" cy="1860640"/>
          </a:xfrm>
          <a:prstGeom prst="rect">
            <a:avLst/>
          </a:prstGeom>
        </p:spPr>
      </p:pic>
      <p:pic>
        <p:nvPicPr>
          <p:cNvPr id="21" name="図 20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39B75BAD-1936-9281-BCAA-B50904FA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8922" y="1105199"/>
            <a:ext cx="3399123" cy="5446627"/>
          </a:xfrm>
          <a:prstGeom prst="rect">
            <a:avLst/>
          </a:prstGeom>
        </p:spPr>
      </p:pic>
      <p:pic>
        <p:nvPicPr>
          <p:cNvPr id="23" name="図 22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4C69D530-DF1B-4D97-200B-228B17998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0709" y="1545577"/>
            <a:ext cx="2232562" cy="2669962"/>
          </a:xfrm>
          <a:prstGeom prst="rect">
            <a:avLst/>
          </a:prstGeom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59BCA050-EFD7-369D-2565-BD4F1F03F502}"/>
              </a:ext>
            </a:extLst>
          </p:cNvPr>
          <p:cNvSpPr txBox="1"/>
          <p:nvPr/>
        </p:nvSpPr>
        <p:spPr>
          <a:xfrm>
            <a:off x="7568648" y="4664754"/>
            <a:ext cx="2232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FDCC9AA-7B59-08A1-5ADF-33AECEF9CAEE}"/>
              </a:ext>
            </a:extLst>
          </p:cNvPr>
          <p:cNvSpPr txBox="1"/>
          <p:nvPr/>
        </p:nvSpPr>
        <p:spPr>
          <a:xfrm>
            <a:off x="8522416" y="4215539"/>
            <a:ext cx="735495" cy="369332"/>
          </a:xfrm>
          <a:prstGeom prst="rect">
            <a:avLst/>
          </a:prstGeom>
          <a:solidFill>
            <a:schemeClr val="bg2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n>
                  <a:solidFill>
                    <a:schemeClr val="accent1"/>
                  </a:solidFill>
                </a:ln>
              </a:rPr>
              <a:t>音声</a:t>
            </a:r>
          </a:p>
        </p:txBody>
      </p:sp>
      <p:sp>
        <p:nvSpPr>
          <p:cNvPr id="27" name="吹き出し: 四角形 26">
            <a:extLst>
              <a:ext uri="{FF2B5EF4-FFF2-40B4-BE49-F238E27FC236}">
                <a16:creationId xmlns:a16="http://schemas.microsoft.com/office/drawing/2014/main" id="{0841179F-A73D-D7A0-5850-570278C83C5F}"/>
              </a:ext>
            </a:extLst>
          </p:cNvPr>
          <p:cNvSpPr/>
          <p:nvPr/>
        </p:nvSpPr>
        <p:spPr>
          <a:xfrm>
            <a:off x="10346636" y="2972385"/>
            <a:ext cx="1401418" cy="677651"/>
          </a:xfrm>
          <a:prstGeom prst="wedgeRectCallout">
            <a:avLst>
              <a:gd name="adj1" fmla="val -110515"/>
              <a:gd name="adj2" fmla="val 15490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音声再生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D0A2E3E-26E1-0F27-8377-36D5965EA359}"/>
              </a:ext>
            </a:extLst>
          </p:cNvPr>
          <p:cNvSpPr/>
          <p:nvPr/>
        </p:nvSpPr>
        <p:spPr>
          <a:xfrm>
            <a:off x="7141267" y="5818569"/>
            <a:ext cx="11086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戻る</a:t>
            </a: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9140CC7F-E329-E2D4-E91F-6249AD989646}"/>
              </a:ext>
            </a:extLst>
          </p:cNvPr>
          <p:cNvCxnSpPr>
            <a:stCxn id="6" idx="3"/>
            <a:endCxn id="21" idx="1"/>
          </p:cNvCxnSpPr>
          <p:nvPr/>
        </p:nvCxnSpPr>
        <p:spPr>
          <a:xfrm flipV="1">
            <a:off x="4758077" y="3828513"/>
            <a:ext cx="1830845" cy="138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51AAC775-F688-A2A2-8DC6-0012ABBC585A}"/>
              </a:ext>
            </a:extLst>
          </p:cNvPr>
          <p:cNvCxnSpPr>
            <a:cxnSpLocks/>
          </p:cNvCxnSpPr>
          <p:nvPr/>
        </p:nvCxnSpPr>
        <p:spPr>
          <a:xfrm flipH="1">
            <a:off x="4808485" y="6003235"/>
            <a:ext cx="23327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61BADCF7-0A54-B2F9-D155-449E7B72FB8F}"/>
              </a:ext>
            </a:extLst>
          </p:cNvPr>
          <p:cNvSpPr/>
          <p:nvPr/>
        </p:nvSpPr>
        <p:spPr>
          <a:xfrm>
            <a:off x="1907665" y="5915366"/>
            <a:ext cx="2097804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トップ画面に戻る</a:t>
            </a:r>
          </a:p>
        </p:txBody>
      </p:sp>
    </p:spTree>
    <p:extLst>
      <p:ext uri="{BB962C8B-B14F-4D97-AF65-F5344CB8AC3E}">
        <p14:creationId xmlns:p14="http://schemas.microsoft.com/office/powerpoint/2010/main" val="1991612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F9A5F-EA38-B909-CB71-06C5141C6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5EF8F97-1725-EB81-70FC-BE6CE30B0F1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2E6617-0187-0E9A-2D30-978B81F58C8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管理機能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CE07053-07AA-8E69-8714-0078AE200A66}"/>
              </a:ext>
            </a:extLst>
          </p:cNvPr>
          <p:cNvSpPr txBox="1"/>
          <p:nvPr/>
        </p:nvSpPr>
        <p:spPr>
          <a:xfrm>
            <a:off x="407504" y="1093304"/>
            <a:ext cx="11261035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ルート権限者＝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の契約者＝１名のみ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lang="en-US" altLang="ja-JP" dirty="0"/>
              <a:t>DB</a:t>
            </a:r>
            <a:r>
              <a:rPr lang="ja-JP" altLang="en-US" dirty="0"/>
              <a:t>を直接調査できる権限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入出力用のインターフェースは無し</a:t>
            </a:r>
            <a:r>
              <a:rPr kumimoji="1" lang="en-US" altLang="ja-JP" dirty="0"/>
              <a:t>=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の管理画面を利用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スーパーバイザーを登録／変更／削除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スーパーバイザーパスワードの強制リセット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全体の管理者（スーパーバイザー）の定義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スーパーバイザーは複数可能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ルート権限者が登録できる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</a:t>
            </a:r>
            <a:r>
              <a:rPr lang="en-US" altLang="ja-JP" dirty="0"/>
              <a:t>SQL</a:t>
            </a:r>
            <a:r>
              <a:rPr lang="ja-JP" altLang="en-US" dirty="0"/>
              <a:t>を利用した</a:t>
            </a:r>
            <a:r>
              <a:rPr lang="en-US" altLang="ja-JP" dirty="0"/>
              <a:t>DB</a:t>
            </a:r>
            <a:r>
              <a:rPr lang="ja-JP" altLang="en-US" dirty="0"/>
              <a:t>管理はできない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スーパーバイザーパスワードは自身で変更できる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スーパーバイザーの権限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博物館の登録／削除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博物館の管理者の登録／削除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博物館の管理者の権限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展示物の登録（本展示システムから番号が提供される）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以下上記番号に対して以下の情報を付加できる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画像／音声／文字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音声／文字は多国語対応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登録展示物の削除</a:t>
            </a:r>
            <a:endParaRPr kumimoji="1" lang="en-US" altLang="ja-JP" dirty="0"/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kumimoji="1" lang="ja-JP" altLang="en-US" dirty="0"/>
              <a:t>管理画面は</a:t>
            </a:r>
            <a:r>
              <a:rPr kumimoji="1" lang="en-US" altLang="ja-JP" dirty="0"/>
              <a:t>PC</a:t>
            </a:r>
            <a:r>
              <a:rPr kumimoji="1" lang="ja-JP" altLang="en-US" dirty="0"/>
              <a:t>前提とする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315119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0A30E-E40E-F066-54B3-8854A07AF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0A79715-C813-8BA2-8F70-B7D2D4A41A4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DB4C2C6-6D19-CC6E-372C-0DB41DE54EF0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管理階層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166837A-5D1D-CCA5-2E9A-D1074CD01FA9}"/>
              </a:ext>
            </a:extLst>
          </p:cNvPr>
          <p:cNvSpPr txBox="1"/>
          <p:nvPr/>
        </p:nvSpPr>
        <p:spPr>
          <a:xfrm>
            <a:off x="268068" y="874570"/>
            <a:ext cx="1113183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ルート権限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4447D6A-25ED-5C5C-3697-14D2E6A24E75}"/>
              </a:ext>
            </a:extLst>
          </p:cNvPr>
          <p:cNvSpPr txBox="1"/>
          <p:nvPr/>
        </p:nvSpPr>
        <p:spPr>
          <a:xfrm>
            <a:off x="1093303" y="1351361"/>
            <a:ext cx="1451401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スーパーバイザ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80B943A-8DB5-7515-3F55-97C6DA974F68}"/>
              </a:ext>
            </a:extLst>
          </p:cNvPr>
          <p:cNvSpPr txBox="1"/>
          <p:nvPr/>
        </p:nvSpPr>
        <p:spPr>
          <a:xfrm>
            <a:off x="2832653" y="1830316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E276C327-A237-F5AE-C26D-734656909C1C}"/>
              </a:ext>
            </a:extLst>
          </p:cNvPr>
          <p:cNvCxnSpPr>
            <a:cxnSpLocks/>
            <a:stCxn id="3" idx="2"/>
            <a:endCxn id="10" idx="1"/>
          </p:cNvCxnSpPr>
          <p:nvPr/>
        </p:nvCxnSpPr>
        <p:spPr>
          <a:xfrm rot="16200000" flipH="1">
            <a:off x="2155600" y="1291763"/>
            <a:ext cx="340456" cy="101364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0459E3A-0D6B-6951-4F9C-3AA5DB636BF6}"/>
              </a:ext>
            </a:extLst>
          </p:cNvPr>
          <p:cNvSpPr txBox="1"/>
          <p:nvPr/>
        </p:nvSpPr>
        <p:spPr>
          <a:xfrm>
            <a:off x="7148036" y="1530593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95F69937-14E4-B421-6D47-D2AF6F6823CB}"/>
              </a:ext>
            </a:extLst>
          </p:cNvPr>
          <p:cNvSpPr txBox="1"/>
          <p:nvPr/>
        </p:nvSpPr>
        <p:spPr>
          <a:xfrm>
            <a:off x="7148036" y="2042457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5FE759B-6878-7AD1-4147-D2BBC3157660}"/>
              </a:ext>
            </a:extLst>
          </p:cNvPr>
          <p:cNvSpPr txBox="1"/>
          <p:nvPr/>
        </p:nvSpPr>
        <p:spPr>
          <a:xfrm>
            <a:off x="7148036" y="2554321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510118AD-5403-FBED-8DE0-9D429919295F}"/>
              </a:ext>
            </a:extLst>
          </p:cNvPr>
          <p:cNvCxnSpPr>
            <a:cxnSpLocks/>
            <a:stCxn id="10" idx="3"/>
            <a:endCxn id="22" idx="1"/>
          </p:cNvCxnSpPr>
          <p:nvPr/>
        </p:nvCxnSpPr>
        <p:spPr>
          <a:xfrm flipV="1">
            <a:off x="4114800" y="1669093"/>
            <a:ext cx="3033236" cy="299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134D50DB-01AE-F116-5A89-C21817D426C8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>
            <a:off x="4114800" y="1968816"/>
            <a:ext cx="3033236" cy="2121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C8DA6B2-71ED-62B9-2878-1544FB7B15D1}"/>
              </a:ext>
            </a:extLst>
          </p:cNvPr>
          <p:cNvCxnSpPr>
            <a:cxnSpLocks/>
            <a:stCxn id="10" idx="3"/>
            <a:endCxn id="29" idx="1"/>
          </p:cNvCxnSpPr>
          <p:nvPr/>
        </p:nvCxnSpPr>
        <p:spPr>
          <a:xfrm>
            <a:off x="4114800" y="1968816"/>
            <a:ext cx="3033236" cy="7240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AFE340D-AAF6-DD2C-A974-3B4072FFF289}"/>
              </a:ext>
            </a:extLst>
          </p:cNvPr>
          <p:cNvSpPr txBox="1"/>
          <p:nvPr/>
        </p:nvSpPr>
        <p:spPr>
          <a:xfrm>
            <a:off x="1400984" y="876770"/>
            <a:ext cx="18774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 dirty="0"/>
              <a:t>スーパーバイザーの登録</a:t>
            </a:r>
          </a:p>
        </p:txBody>
      </p: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2474BC4D-ED22-5305-AEB1-D82D670DD2ED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789835" y="1186393"/>
            <a:ext cx="338292" cy="26864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ED0C78B0-0397-01F0-EDF9-FE679DCFE14D}"/>
              </a:ext>
            </a:extLst>
          </p:cNvPr>
          <p:cNvSpPr/>
          <p:nvPr/>
        </p:nvSpPr>
        <p:spPr>
          <a:xfrm>
            <a:off x="2664720" y="1621310"/>
            <a:ext cx="2913220" cy="1807690"/>
          </a:xfrm>
          <a:prstGeom prst="rect">
            <a:avLst/>
          </a:prstGeom>
          <a:noFill/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C6B187D-E632-C411-6FC3-CC24C121555A}"/>
              </a:ext>
            </a:extLst>
          </p:cNvPr>
          <p:cNvSpPr txBox="1"/>
          <p:nvPr/>
        </p:nvSpPr>
        <p:spPr>
          <a:xfrm>
            <a:off x="3640030" y="2519974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4A31CC05-D7BF-DED9-4C0E-164576E717FE}"/>
              </a:ext>
            </a:extLst>
          </p:cNvPr>
          <p:cNvSpPr txBox="1"/>
          <p:nvPr/>
        </p:nvSpPr>
        <p:spPr>
          <a:xfrm>
            <a:off x="3640029" y="2932632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cxnSp>
        <p:nvCxnSpPr>
          <p:cNvPr id="64" name="コネクタ: カギ線 63">
            <a:extLst>
              <a:ext uri="{FF2B5EF4-FFF2-40B4-BE49-F238E27FC236}">
                <a16:creationId xmlns:a16="http://schemas.microsoft.com/office/drawing/2014/main" id="{75384D5D-4F25-EFBC-E07E-01127F75A4D9}"/>
              </a:ext>
            </a:extLst>
          </p:cNvPr>
          <p:cNvCxnSpPr>
            <a:cxnSpLocks/>
            <a:stCxn id="10" idx="2"/>
            <a:endCxn id="52" idx="1"/>
          </p:cNvCxnSpPr>
          <p:nvPr/>
        </p:nvCxnSpPr>
        <p:spPr>
          <a:xfrm rot="16200000" flipH="1">
            <a:off x="3281299" y="2299742"/>
            <a:ext cx="551159" cy="16630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コネクタ: カギ線 67">
            <a:extLst>
              <a:ext uri="{FF2B5EF4-FFF2-40B4-BE49-F238E27FC236}">
                <a16:creationId xmlns:a16="http://schemas.microsoft.com/office/drawing/2014/main" id="{57321F73-2ED9-4B65-4A34-32EA8599AE73}"/>
              </a:ext>
            </a:extLst>
          </p:cNvPr>
          <p:cNvCxnSpPr>
            <a:cxnSpLocks/>
            <a:stCxn id="10" idx="2"/>
            <a:endCxn id="53" idx="1"/>
          </p:cNvCxnSpPr>
          <p:nvPr/>
        </p:nvCxnSpPr>
        <p:spPr>
          <a:xfrm rot="16200000" flipH="1">
            <a:off x="3074970" y="2506072"/>
            <a:ext cx="963817" cy="1663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E49AF2B5-87C8-267F-19C2-CC41AEDCD94E}"/>
              </a:ext>
            </a:extLst>
          </p:cNvPr>
          <p:cNvSpPr txBox="1"/>
          <p:nvPr/>
        </p:nvSpPr>
        <p:spPr>
          <a:xfrm>
            <a:off x="485312" y="3908424"/>
            <a:ext cx="1096257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ルート</a:t>
            </a:r>
            <a:endParaRPr kumimoji="1" lang="en-US" altLang="ja-JP" sz="1200" dirty="0"/>
          </a:p>
          <a:p>
            <a:r>
              <a:rPr kumimoji="1" lang="ja-JP" altLang="en-US" sz="1200" dirty="0"/>
              <a:t>　　データベースを直接触れる人＝サーバーの保有者、スーパーバイザー登録はサーバー画面で行う。スーパーバイザーは複数人許可　　</a:t>
            </a:r>
            <a:endParaRPr kumimoji="1" lang="en-US" altLang="ja-JP" sz="12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スーパーバーザー</a:t>
            </a:r>
            <a:br>
              <a:rPr kumimoji="1" lang="en-US" altLang="ja-JP" sz="1200" dirty="0"/>
            </a:br>
            <a:r>
              <a:rPr kumimoji="1" lang="ja-JP" altLang="en-US" sz="1200" dirty="0"/>
              <a:t>博物館ごとの管理者の登録、削除を行うことができる。博物館ごとの管理者は複数許可されているが、スーパーパーザーは最初の一人のみ設定できる</a:t>
            </a:r>
            <a:endParaRPr kumimoji="1" lang="en-US" altLang="ja-JP" sz="1200" dirty="0"/>
          </a:p>
          <a:p>
            <a:endParaRPr kumimoji="1" lang="en-US" altLang="ja-JP" sz="12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博物館ごと</a:t>
            </a:r>
            <a:br>
              <a:rPr lang="en-US" altLang="ja-JP" sz="1200" dirty="0"/>
            </a:br>
            <a:r>
              <a:rPr lang="ja-JP" altLang="en-US" sz="1200" dirty="0"/>
              <a:t>１）博物館には複数の博物館管理者が設定できる。博物館管理者の追加削除、変更はその博物館の管理者が行う。</a:t>
            </a:r>
            <a:br>
              <a:rPr lang="en-US" altLang="ja-JP" sz="1200" dirty="0"/>
            </a:br>
            <a:r>
              <a:rPr lang="ja-JP" altLang="en-US" sz="1200" dirty="0"/>
              <a:t>２）博物館にはデータの編集を行うデータ編集者が設定できる。データ編集者の追加、削除に関しても博物館管理者が行う</a:t>
            </a:r>
            <a:br>
              <a:rPr lang="en-US" altLang="ja-JP" sz="1200" dirty="0"/>
            </a:br>
            <a:endParaRPr kumimoji="1" lang="en-US" altLang="ja-JP" sz="1200" dirty="0"/>
          </a:p>
        </p:txBody>
      </p:sp>
    </p:spTree>
    <p:extLst>
      <p:ext uri="{BB962C8B-B14F-4D97-AF65-F5344CB8AC3E}">
        <p14:creationId xmlns:p14="http://schemas.microsoft.com/office/powerpoint/2010/main" val="1570879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86FBE-86C5-67CC-634B-4FE7A0E19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A9DC590-74CC-7A76-4B1F-736291D2C62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732782C-3640-516D-F481-5C8F638CAE46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パスワードルール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8C04C27-89F0-B6D9-90F5-6EA113E62137}"/>
              </a:ext>
            </a:extLst>
          </p:cNvPr>
          <p:cNvSpPr txBox="1"/>
          <p:nvPr/>
        </p:nvSpPr>
        <p:spPr>
          <a:xfrm>
            <a:off x="496957" y="1093304"/>
            <a:ext cx="109231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パスワードは平文で</a:t>
            </a:r>
            <a:r>
              <a:rPr kumimoji="1" lang="en-US" altLang="ja-JP" dirty="0" err="1"/>
              <a:t>php</a:t>
            </a:r>
            <a:r>
              <a:rPr kumimoji="1" lang="ja-JP" altLang="en-US" dirty="0"/>
              <a:t>に記載しない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パスワードはそれぞれ自分で変更可能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パスワード再発行インターフェースを用意する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1546196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3682A-915C-CCC2-495F-71DF40B71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1B973DC-7E81-FF3E-E6BB-340C19C58AA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787795F-1267-2455-20C8-C885A2EBCE5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スーパーバイザーログイン画面</a:t>
            </a:r>
          </a:p>
        </p:txBody>
      </p:sp>
      <p:sp>
        <p:nvSpPr>
          <p:cNvPr id="49" name="矢印: 下 48">
            <a:extLst>
              <a:ext uri="{FF2B5EF4-FFF2-40B4-BE49-F238E27FC236}">
                <a16:creationId xmlns:a16="http://schemas.microsoft.com/office/drawing/2014/main" id="{BF6659BA-38D0-C4D6-C612-18B0049D5A6B}"/>
              </a:ext>
            </a:extLst>
          </p:cNvPr>
          <p:cNvSpPr/>
          <p:nvPr/>
        </p:nvSpPr>
        <p:spPr>
          <a:xfrm>
            <a:off x="1630017" y="481020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2C38D8-2842-1E95-2EDB-984E29D615D7}"/>
              </a:ext>
            </a:extLst>
          </p:cNvPr>
          <p:cNvSpPr txBox="1"/>
          <p:nvPr/>
        </p:nvSpPr>
        <p:spPr>
          <a:xfrm>
            <a:off x="1232452" y="5408723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ログイン成功画面へ</a:t>
            </a:r>
          </a:p>
        </p:txBody>
      </p:sp>
      <p:sp>
        <p:nvSpPr>
          <p:cNvPr id="51" name="矢印: 下 50">
            <a:extLst>
              <a:ext uri="{FF2B5EF4-FFF2-40B4-BE49-F238E27FC236}">
                <a16:creationId xmlns:a16="http://schemas.microsoft.com/office/drawing/2014/main" id="{CB91B952-0B00-C129-CC81-BBB713EDFFAA}"/>
              </a:ext>
            </a:extLst>
          </p:cNvPr>
          <p:cNvSpPr/>
          <p:nvPr/>
        </p:nvSpPr>
        <p:spPr>
          <a:xfrm rot="16200000">
            <a:off x="5424349" y="230460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19388590-C914-F4F9-50B5-5DF0F17FBC3A}"/>
              </a:ext>
            </a:extLst>
          </p:cNvPr>
          <p:cNvSpPr txBox="1"/>
          <p:nvPr/>
        </p:nvSpPr>
        <p:spPr>
          <a:xfrm>
            <a:off x="6926330" y="5652986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ログイン失敗</a:t>
            </a:r>
          </a:p>
        </p:txBody>
      </p:sp>
      <p:sp>
        <p:nvSpPr>
          <p:cNvPr id="66" name="矢印: 下 65">
            <a:extLst>
              <a:ext uri="{FF2B5EF4-FFF2-40B4-BE49-F238E27FC236}">
                <a16:creationId xmlns:a16="http://schemas.microsoft.com/office/drawing/2014/main" id="{00432743-4CCD-0830-2283-DD36B66C8598}"/>
              </a:ext>
            </a:extLst>
          </p:cNvPr>
          <p:cNvSpPr/>
          <p:nvPr/>
        </p:nvSpPr>
        <p:spPr>
          <a:xfrm rot="5400000">
            <a:off x="5374920" y="334666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24" name="図 23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1FE414C8-791E-0B95-2898-8C5E59548A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59" y="1123588"/>
            <a:ext cx="3655811" cy="3542385"/>
          </a:xfrm>
          <a:prstGeom prst="rect">
            <a:avLst/>
          </a:prstGeom>
        </p:spPr>
      </p:pic>
      <p:pic>
        <p:nvPicPr>
          <p:cNvPr id="26" name="図 2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C1CFB5D-EB45-7C3F-C58E-F5AF255EB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0145" y="1123588"/>
            <a:ext cx="4104762" cy="3933333"/>
          </a:xfrm>
          <a:prstGeom prst="rect">
            <a:avLst/>
          </a:prstGeom>
        </p:spPr>
      </p:pic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EA18623-636A-AF50-9618-6EAF4266B329}"/>
              </a:ext>
            </a:extLst>
          </p:cNvPr>
          <p:cNvSpPr txBox="1"/>
          <p:nvPr/>
        </p:nvSpPr>
        <p:spPr>
          <a:xfrm>
            <a:off x="1808922" y="6192078"/>
            <a:ext cx="4025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初期パスワードは</a:t>
            </a:r>
            <a:r>
              <a:rPr kumimoji="1" lang="en-US" altLang="ja-JP" dirty="0" err="1"/>
              <a:t>museum_pass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34804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18FAA-BDAB-FD3E-8C7F-0C0E67171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F8F4C3-F1A6-A296-AF71-3E3DD4571E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4586795-A523-B7EC-090A-864AFE79329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スーパーバイザー：ログインボタン後の画面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7A385FA-E365-4105-EDB6-27ADF668AFA9}"/>
              </a:ext>
            </a:extLst>
          </p:cNvPr>
          <p:cNvSpPr txBox="1"/>
          <p:nvPr/>
        </p:nvSpPr>
        <p:spPr>
          <a:xfrm>
            <a:off x="1169506" y="868881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ログイン成功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29E8C1B-0575-C284-BCEE-10B0DAF9C8A7}"/>
              </a:ext>
            </a:extLst>
          </p:cNvPr>
          <p:cNvSpPr txBox="1"/>
          <p:nvPr/>
        </p:nvSpPr>
        <p:spPr>
          <a:xfrm>
            <a:off x="6299934" y="1781692"/>
            <a:ext cx="53206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認証に成功するとスーパーバイザー管理画面へ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認証失敗するとログイン画面に戻る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初回ログインはパスワード変更画面に</a:t>
            </a:r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0BAA1C0-45AD-8FA5-EDBC-1EC2DABF9A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309" y="1648047"/>
            <a:ext cx="4085714" cy="35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1855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CC39A-04ED-0144-B541-06F3B9348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98C10A9-52B9-4B4C-905F-50E62B348166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53BFF1D-CC6A-F1D0-FF89-D50E5FC6376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スーパーバイザー：パスワード変更画面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テキスト, アプリケーション, チャットまたはテキスト メッセージ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64AE5F1-8F84-8A39-685F-AB6557511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289" y="743851"/>
            <a:ext cx="3725864" cy="5915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0469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089DC-8973-76B9-88F2-143B90872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02EF04D-665A-CC2D-4C97-2D4B348D18D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9527574-3CCB-9B38-F2FF-869016B9CC4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スーパーバイザー：パスワードを忘れた際</a:t>
            </a:r>
            <a:endParaRPr kumimoji="1" lang="ja-JP" altLang="en-US" dirty="0"/>
          </a:p>
        </p:txBody>
      </p:sp>
      <p:pic>
        <p:nvPicPr>
          <p:cNvPr id="2" name="図 1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608744-EDB9-467D-72AA-2B38C2158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59" y="1123588"/>
            <a:ext cx="3655811" cy="3542385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5338BA89-D516-F7F4-CDD6-B3629BD83494}"/>
              </a:ext>
            </a:extLst>
          </p:cNvPr>
          <p:cNvSpPr/>
          <p:nvPr/>
        </p:nvSpPr>
        <p:spPr>
          <a:xfrm>
            <a:off x="1033668" y="3965714"/>
            <a:ext cx="2445027" cy="427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10" name="図 9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1BE729-5EF4-81D7-204A-6E4B6AB11F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503" y="1047161"/>
            <a:ext cx="3971429" cy="3695238"/>
          </a:xfrm>
          <a:prstGeom prst="rect">
            <a:avLst/>
          </a:prstGeom>
        </p:spPr>
      </p:pic>
      <p:sp>
        <p:nvSpPr>
          <p:cNvPr id="11" name="矢印: 右 10">
            <a:extLst>
              <a:ext uri="{FF2B5EF4-FFF2-40B4-BE49-F238E27FC236}">
                <a16:creationId xmlns:a16="http://schemas.microsoft.com/office/drawing/2014/main" id="{2737F190-FABB-28B1-BC36-1D7A63900759}"/>
              </a:ext>
            </a:extLst>
          </p:cNvPr>
          <p:cNvSpPr/>
          <p:nvPr/>
        </p:nvSpPr>
        <p:spPr>
          <a:xfrm>
            <a:off x="4542278" y="2742607"/>
            <a:ext cx="397565" cy="934869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D04A1AD-B05B-EF1B-9B4C-A86270D4A97D}"/>
              </a:ext>
            </a:extLst>
          </p:cNvPr>
          <p:cNvSpPr txBox="1"/>
          <p:nvPr/>
        </p:nvSpPr>
        <p:spPr>
          <a:xfrm>
            <a:off x="3551581" y="4925946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正しいメールアドレスを入力して送信</a:t>
            </a:r>
          </a:p>
        </p:txBody>
      </p:sp>
      <p:pic>
        <p:nvPicPr>
          <p:cNvPr id="14" name="図 13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9A8DF55C-39BB-9141-237B-257926F9A4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5932" y="4157246"/>
            <a:ext cx="2960323" cy="227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897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FF4EA-A9E6-7540-501D-3E193CC55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4D67D2C-54D0-1E73-6CF7-37C3A077E61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AA730E-1F29-854A-2CDC-001EDECA9EA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パスワードを忘れた際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04FE7F9-F518-7A3F-BF0F-63C51EB0B9C9}"/>
              </a:ext>
            </a:extLst>
          </p:cNvPr>
          <p:cNvSpPr txBox="1"/>
          <p:nvPr/>
        </p:nvSpPr>
        <p:spPr>
          <a:xfrm>
            <a:off x="407503" y="1033669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をクリックする</a:t>
            </a:r>
          </a:p>
        </p:txBody>
      </p:sp>
      <p:pic>
        <p:nvPicPr>
          <p:cNvPr id="16" name="図 1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02931FD-1295-EBB0-2F93-9A860800D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433" y="1597863"/>
            <a:ext cx="4219048" cy="4504762"/>
          </a:xfrm>
          <a:prstGeom prst="rect">
            <a:avLst/>
          </a:prstGeom>
        </p:spPr>
      </p:pic>
      <p:pic>
        <p:nvPicPr>
          <p:cNvPr id="18" name="図 17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44A7BC74-C57D-A565-0DAD-341C57619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758" y="755374"/>
            <a:ext cx="4123809" cy="5390476"/>
          </a:xfrm>
          <a:prstGeom prst="rect">
            <a:avLst/>
          </a:prstGeom>
        </p:spPr>
      </p:pic>
      <p:sp>
        <p:nvSpPr>
          <p:cNvPr id="19" name="矢印: 右 18">
            <a:extLst>
              <a:ext uri="{FF2B5EF4-FFF2-40B4-BE49-F238E27FC236}">
                <a16:creationId xmlns:a16="http://schemas.microsoft.com/office/drawing/2014/main" id="{58B890C7-DDA7-083B-93D0-88ED0F004EE4}"/>
              </a:ext>
            </a:extLst>
          </p:cNvPr>
          <p:cNvSpPr/>
          <p:nvPr/>
        </p:nvSpPr>
        <p:spPr>
          <a:xfrm>
            <a:off x="5804452" y="3230217"/>
            <a:ext cx="546652" cy="89452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66080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98B16-C5FE-E1B9-6871-B27E52A51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367999-0F0F-42B0-6FF7-35FFD326D78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0A98194-F927-5760-0582-201A1D43B99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スーパーバイザー：ログイン後、博物館が登録されていない状態</a:t>
            </a:r>
            <a:endParaRPr kumimoji="1" lang="ja-JP" altLang="en-US" dirty="0"/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7903C20-76FD-435B-E0E3-625051115E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19" y="1057571"/>
            <a:ext cx="11904762" cy="47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168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12DB2-66D3-31CA-FD1F-670CF2BD8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4111E23-DE30-72AA-B8DF-1B6722F3BD9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A2ECA1-3A47-DDB0-5346-DFD7EFE6B73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スーパーバイザー：ログイン後、博物館が登録された状態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3F229C4E-AEE8-87EA-8F8D-6B84F4FF1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333" y="924238"/>
            <a:ext cx="11733333" cy="50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1510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1DFC7-2580-7F0B-3973-C8D7E43D5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575F356-13CC-2CE3-111A-B081BA5B5A1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DA7A180-03A6-FEAC-C3AF-8F27567300A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アプリケーション, Web サイト&#10;&#10;AI 生成コンテンツは誤りを含む可能性があります。">
            <a:extLst>
              <a:ext uri="{FF2B5EF4-FFF2-40B4-BE49-F238E27FC236}">
                <a16:creationId xmlns:a16="http://schemas.microsoft.com/office/drawing/2014/main" id="{490EDB7D-43B2-6DEA-EEFE-8F29BCFA5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166" y="755374"/>
            <a:ext cx="4449678" cy="6102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4115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7F7BB5C-EC47-C339-DB59-98C4B9783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3D92820-BC12-6A86-11B6-F57901956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23921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09228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A91A2-38E6-F4A0-9504-8B0F7DDB5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867D7F6-2FC8-E3C2-A268-FDFB18FD656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4CEACE0-9430-A7D1-3C2B-0D0CEFA6C93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初回ログイン時のパスワード強制変更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D6919A9-B2B2-0014-0DC3-F7758B759538}"/>
              </a:ext>
            </a:extLst>
          </p:cNvPr>
          <p:cNvSpPr/>
          <p:nvPr/>
        </p:nvSpPr>
        <p:spPr>
          <a:xfrm>
            <a:off x="599117" y="1252328"/>
            <a:ext cx="5145699" cy="23953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C691E18-F0A4-BB1D-B6EC-BC958AE882F5}"/>
              </a:ext>
            </a:extLst>
          </p:cNvPr>
          <p:cNvSpPr txBox="1"/>
          <p:nvPr/>
        </p:nvSpPr>
        <p:spPr>
          <a:xfrm>
            <a:off x="655892" y="1551004"/>
            <a:ext cx="3877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初回ログインなのでパスワード変更</a:t>
            </a:r>
            <a:endParaRPr kumimoji="1" lang="en-US" altLang="ja-JP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4339489-154C-B5A2-3FE2-302F1189AC7F}"/>
              </a:ext>
            </a:extLst>
          </p:cNvPr>
          <p:cNvSpPr/>
          <p:nvPr/>
        </p:nvSpPr>
        <p:spPr>
          <a:xfrm>
            <a:off x="1195180" y="2744214"/>
            <a:ext cx="778563" cy="3892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再発行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9866E2A-EA27-0857-680D-942275F90291}"/>
              </a:ext>
            </a:extLst>
          </p:cNvPr>
          <p:cNvSpPr/>
          <p:nvPr/>
        </p:nvSpPr>
        <p:spPr>
          <a:xfrm>
            <a:off x="2635236" y="2711293"/>
            <a:ext cx="778563" cy="3892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戻る</a:t>
            </a:r>
          </a:p>
        </p:txBody>
      </p:sp>
    </p:spTree>
    <p:extLst>
      <p:ext uri="{BB962C8B-B14F-4D97-AF65-F5344CB8AC3E}">
        <p14:creationId xmlns:p14="http://schemas.microsoft.com/office/powerpoint/2010/main" val="39510953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969606-B49D-D99F-AACA-37333E0B8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8B9D77-8F4A-FC7B-0AB3-E05FAAC1AD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75406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27F28-2F6B-EF51-0086-D3BEC23E8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7089F64-4150-2ACC-E587-AA18FF66483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A616E67-9E1F-9FF4-1B01-C12D558DEF8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パスワード再発行依頼画面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F1203BE-124B-430F-1992-CF3A500388CD}"/>
              </a:ext>
            </a:extLst>
          </p:cNvPr>
          <p:cNvSpPr/>
          <p:nvPr/>
        </p:nvSpPr>
        <p:spPr>
          <a:xfrm>
            <a:off x="569300" y="1401415"/>
            <a:ext cx="5145699" cy="23953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872D479-123C-6367-8EB2-77238598F8DE}"/>
              </a:ext>
            </a:extLst>
          </p:cNvPr>
          <p:cNvSpPr txBox="1"/>
          <p:nvPr/>
        </p:nvSpPr>
        <p:spPr>
          <a:xfrm>
            <a:off x="626075" y="1700091"/>
            <a:ext cx="480131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パスワードを再発行します</a:t>
            </a:r>
            <a:endParaRPr kumimoji="1" lang="en-US" altLang="ja-JP" dirty="0"/>
          </a:p>
          <a:p>
            <a:r>
              <a:rPr kumimoji="1" lang="ja-JP" altLang="en-US" dirty="0"/>
              <a:t>旧パスワードは利用できなくなります</a:t>
            </a:r>
            <a:endParaRPr kumimoji="1" lang="en-US" altLang="ja-JP" dirty="0"/>
          </a:p>
          <a:p>
            <a:r>
              <a:rPr kumimoji="1" lang="ja-JP" altLang="en-US" dirty="0"/>
              <a:t>届いたパスワードで再ログインしてください</a:t>
            </a:r>
            <a:endParaRPr kumimoji="1" lang="en-US" altLang="ja-JP" dirty="0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7E9196B1-9FD4-7E3E-AE41-98B5C9F8B0DA}"/>
              </a:ext>
            </a:extLst>
          </p:cNvPr>
          <p:cNvSpPr/>
          <p:nvPr/>
        </p:nvSpPr>
        <p:spPr>
          <a:xfrm>
            <a:off x="1165363" y="2893301"/>
            <a:ext cx="778563" cy="3892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再発行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63CBB404-C4B9-4A13-BBCC-075ED1307D94}"/>
              </a:ext>
            </a:extLst>
          </p:cNvPr>
          <p:cNvSpPr/>
          <p:nvPr/>
        </p:nvSpPr>
        <p:spPr>
          <a:xfrm>
            <a:off x="2605419" y="2860380"/>
            <a:ext cx="778563" cy="3892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戻る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06EDEE28-EB6B-EFDB-62CB-F11C29BB33C0}"/>
              </a:ext>
            </a:extLst>
          </p:cNvPr>
          <p:cNvSpPr txBox="1"/>
          <p:nvPr/>
        </p:nvSpPr>
        <p:spPr>
          <a:xfrm>
            <a:off x="6299934" y="1781692"/>
            <a:ext cx="393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戻るボタンでログイン画面に戻る</a:t>
            </a:r>
          </a:p>
        </p:txBody>
      </p:sp>
    </p:spTree>
    <p:extLst>
      <p:ext uri="{BB962C8B-B14F-4D97-AF65-F5344CB8AC3E}">
        <p14:creationId xmlns:p14="http://schemas.microsoft.com/office/powerpoint/2010/main" val="2320153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AAF0F-2565-6454-2933-144C34A96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5A7C5C8-E870-68E3-2F4A-B8AD77938DB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70EA124-2E1B-9655-57AC-801B2A331CE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スーパーバイザー管理画面（</a:t>
            </a:r>
            <a:r>
              <a:rPr kumimoji="1" lang="en-US" altLang="ja-JP" dirty="0"/>
              <a:t>PC</a:t>
            </a:r>
            <a:r>
              <a:rPr kumimoji="1" lang="ja-JP" altLang="en-US" dirty="0"/>
              <a:t>で行うことを想定）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28A13B9B-70BF-41A3-7B88-F0411A8928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856747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r>
                        <a:rPr kumimoji="1" lang="ja-JP" altLang="en-US" sz="1800" dirty="0"/>
                        <a:t>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4A8D091-FDBC-BB75-BE8D-F0FD9A62AED5}"/>
              </a:ext>
            </a:extLst>
          </p:cNvPr>
          <p:cNvSpPr txBox="1"/>
          <p:nvPr/>
        </p:nvSpPr>
        <p:spPr>
          <a:xfrm>
            <a:off x="462169" y="1103243"/>
            <a:ext cx="1948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全体表示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0EA043D-5B0B-B3C5-8A18-F298DC067360}"/>
              </a:ext>
            </a:extLst>
          </p:cNvPr>
          <p:cNvSpPr/>
          <p:nvPr/>
        </p:nvSpPr>
        <p:spPr>
          <a:xfrm>
            <a:off x="462168" y="4532243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63592C4B-7EF8-0509-EF8D-EC76242B3B5A}"/>
              </a:ext>
            </a:extLst>
          </p:cNvPr>
          <p:cNvSpPr/>
          <p:nvPr/>
        </p:nvSpPr>
        <p:spPr>
          <a:xfrm>
            <a:off x="1697933" y="4532243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F19B79B-472C-18CB-E65B-1DEC9FBDB53D}"/>
              </a:ext>
            </a:extLst>
          </p:cNvPr>
          <p:cNvSpPr/>
          <p:nvPr/>
        </p:nvSpPr>
        <p:spPr>
          <a:xfrm>
            <a:off x="3033090" y="4532243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D23B6A0-96BB-5C2B-1790-84D25B14933B}"/>
              </a:ext>
            </a:extLst>
          </p:cNvPr>
          <p:cNvSpPr txBox="1"/>
          <p:nvPr/>
        </p:nvSpPr>
        <p:spPr>
          <a:xfrm>
            <a:off x="4780722" y="1287909"/>
            <a:ext cx="61821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全体表示では登録済みの全博物館の一覧が表示される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新規登録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新たに博物館を登録する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削除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登録済みの博物館を削除する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修正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登録済みの博物館の管理者の修正を行う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アカウント情報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パスワード変更などができる画面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94A9C80-9C39-C713-A2A1-9E918F48D3C2}"/>
              </a:ext>
            </a:extLst>
          </p:cNvPr>
          <p:cNvSpPr/>
          <p:nvPr/>
        </p:nvSpPr>
        <p:spPr>
          <a:xfrm>
            <a:off x="4256432" y="4532243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アカウント情報</a:t>
            </a:r>
          </a:p>
        </p:txBody>
      </p:sp>
    </p:spTree>
    <p:extLst>
      <p:ext uri="{BB962C8B-B14F-4D97-AF65-F5344CB8AC3E}">
        <p14:creationId xmlns:p14="http://schemas.microsoft.com/office/powerpoint/2010/main" val="33378138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64921-8F85-B8B8-CA07-64E79C90F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A30E02B-F706-C714-82D0-CD93951B3046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BC8B690-0753-CBDB-7DDE-793EB57764B7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アカウント情報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9E5D9A80-8E56-90CA-9732-589E72A8BBC5}"/>
              </a:ext>
            </a:extLst>
          </p:cNvPr>
          <p:cNvSpPr/>
          <p:nvPr/>
        </p:nvSpPr>
        <p:spPr>
          <a:xfrm>
            <a:off x="986456" y="1972694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F2D7866-0028-CD36-0C67-85BDBD88D4AA}"/>
              </a:ext>
            </a:extLst>
          </p:cNvPr>
          <p:cNvSpPr txBox="1"/>
          <p:nvPr/>
        </p:nvSpPr>
        <p:spPr>
          <a:xfrm>
            <a:off x="2927898" y="197269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氏名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E4A3D19A-6C6F-82B3-CBB5-A4491058FB14}"/>
              </a:ext>
            </a:extLst>
          </p:cNvPr>
          <p:cNvSpPr/>
          <p:nvPr/>
        </p:nvSpPr>
        <p:spPr>
          <a:xfrm>
            <a:off x="986456" y="2464679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5AB46D3A-8F09-BF6D-3CA5-BD0CA622CF47}"/>
              </a:ext>
            </a:extLst>
          </p:cNvPr>
          <p:cNvSpPr txBox="1"/>
          <p:nvPr/>
        </p:nvSpPr>
        <p:spPr>
          <a:xfrm>
            <a:off x="2927898" y="242334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メールアドレス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A17DF3DA-8E14-A9C7-7FD6-454F5E1C81C3}"/>
              </a:ext>
            </a:extLst>
          </p:cNvPr>
          <p:cNvSpPr/>
          <p:nvPr/>
        </p:nvSpPr>
        <p:spPr>
          <a:xfrm>
            <a:off x="986456" y="302127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6381AB08-1AA2-77BC-FCBC-171F939FE5D4}"/>
              </a:ext>
            </a:extLst>
          </p:cNvPr>
          <p:cNvSpPr txBox="1"/>
          <p:nvPr/>
        </p:nvSpPr>
        <p:spPr>
          <a:xfrm>
            <a:off x="2927898" y="299800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新しいパスワード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0D1F12B-CC68-B6A6-4D12-ABB2B588A2BC}"/>
              </a:ext>
            </a:extLst>
          </p:cNvPr>
          <p:cNvSpPr/>
          <p:nvPr/>
        </p:nvSpPr>
        <p:spPr>
          <a:xfrm>
            <a:off x="2297597" y="5665302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03DB441C-CE56-7CB8-36B8-0844EE1EEB39}"/>
              </a:ext>
            </a:extLst>
          </p:cNvPr>
          <p:cNvSpPr/>
          <p:nvPr/>
        </p:nvSpPr>
        <p:spPr>
          <a:xfrm>
            <a:off x="1056863" y="56653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6B9C479B-D3EF-CFBB-372E-141A4E0B35BD}"/>
              </a:ext>
            </a:extLst>
          </p:cNvPr>
          <p:cNvSpPr/>
          <p:nvPr/>
        </p:nvSpPr>
        <p:spPr>
          <a:xfrm>
            <a:off x="617877" y="1192698"/>
            <a:ext cx="8257765" cy="519816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4A83EB1-B392-9450-14FF-D86C8933B599}"/>
              </a:ext>
            </a:extLst>
          </p:cNvPr>
          <p:cNvSpPr txBox="1"/>
          <p:nvPr/>
        </p:nvSpPr>
        <p:spPr>
          <a:xfrm>
            <a:off x="986456" y="1398030"/>
            <a:ext cx="4234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アカウント情報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A96B3D0-38E7-4213-5589-2007751340FC}"/>
              </a:ext>
            </a:extLst>
          </p:cNvPr>
          <p:cNvSpPr/>
          <p:nvPr/>
        </p:nvSpPr>
        <p:spPr>
          <a:xfrm>
            <a:off x="986456" y="357650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78A5F88-261C-6EEA-9020-B49A0DCFE5EE}"/>
              </a:ext>
            </a:extLst>
          </p:cNvPr>
          <p:cNvSpPr txBox="1"/>
          <p:nvPr/>
        </p:nvSpPr>
        <p:spPr>
          <a:xfrm>
            <a:off x="3001617" y="3576501"/>
            <a:ext cx="3210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新しいパスワード確認用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56B095F-CCFA-0371-6F82-37B5B8B32B2F}"/>
              </a:ext>
            </a:extLst>
          </p:cNvPr>
          <p:cNvSpPr/>
          <p:nvPr/>
        </p:nvSpPr>
        <p:spPr>
          <a:xfrm>
            <a:off x="986456" y="4226727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0768ED8-DF97-82F2-7CFC-8F6DD2164D97}"/>
              </a:ext>
            </a:extLst>
          </p:cNvPr>
          <p:cNvSpPr txBox="1"/>
          <p:nvPr/>
        </p:nvSpPr>
        <p:spPr>
          <a:xfrm>
            <a:off x="2927898" y="4154996"/>
            <a:ext cx="3210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現在のパスワード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76B6A83-F1D8-0C0D-CB9D-9E850A9966CE}"/>
              </a:ext>
            </a:extLst>
          </p:cNvPr>
          <p:cNvSpPr txBox="1"/>
          <p:nvPr/>
        </p:nvSpPr>
        <p:spPr>
          <a:xfrm>
            <a:off x="867398" y="4876953"/>
            <a:ext cx="61523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現在のパスワードに正しいパスワードを入力後</a:t>
            </a:r>
            <a:r>
              <a:rPr kumimoji="1" lang="en-US" altLang="ja-JP" dirty="0"/>
              <a:t>OK</a:t>
            </a:r>
            <a:r>
              <a:rPr kumimoji="1" lang="ja-JP" altLang="en-US" dirty="0"/>
              <a:t>ボタンを押してください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1486337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5249B-9F94-BF63-1C86-33E038E3E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6A04696B-9FC6-0772-C893-E952720D7680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4D8151C-8836-4E81-4858-04A08A2BF396}"/>
              </a:ext>
            </a:extLst>
          </p:cNvPr>
          <p:cNvSpPr txBox="1"/>
          <p:nvPr/>
        </p:nvSpPr>
        <p:spPr>
          <a:xfrm>
            <a:off x="407503" y="198783"/>
            <a:ext cx="8547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アカウント情報（現在のパスワードが間違っている場合）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1A66B808-1481-0163-58F1-50B4F892BDCB}"/>
              </a:ext>
            </a:extLst>
          </p:cNvPr>
          <p:cNvSpPr/>
          <p:nvPr/>
        </p:nvSpPr>
        <p:spPr>
          <a:xfrm>
            <a:off x="986456" y="1972694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5881C801-C7A6-E034-B725-04A24583B43D}"/>
              </a:ext>
            </a:extLst>
          </p:cNvPr>
          <p:cNvSpPr txBox="1"/>
          <p:nvPr/>
        </p:nvSpPr>
        <p:spPr>
          <a:xfrm>
            <a:off x="2927898" y="197269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氏名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58B66682-DE0A-D6CE-FF6D-C37ACEC0CCB5}"/>
              </a:ext>
            </a:extLst>
          </p:cNvPr>
          <p:cNvSpPr/>
          <p:nvPr/>
        </p:nvSpPr>
        <p:spPr>
          <a:xfrm>
            <a:off x="986456" y="2464679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E2A7946-43E2-1053-78A0-CFA141006345}"/>
              </a:ext>
            </a:extLst>
          </p:cNvPr>
          <p:cNvSpPr txBox="1"/>
          <p:nvPr/>
        </p:nvSpPr>
        <p:spPr>
          <a:xfrm>
            <a:off x="2927898" y="242334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メールアドレス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F863FB2A-79A2-2CBE-0DDC-BEE87542FA2C}"/>
              </a:ext>
            </a:extLst>
          </p:cNvPr>
          <p:cNvSpPr/>
          <p:nvPr/>
        </p:nvSpPr>
        <p:spPr>
          <a:xfrm>
            <a:off x="986456" y="302127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AEF63B7-64E3-03C8-D543-49EE184B0B80}"/>
              </a:ext>
            </a:extLst>
          </p:cNvPr>
          <p:cNvSpPr txBox="1"/>
          <p:nvPr/>
        </p:nvSpPr>
        <p:spPr>
          <a:xfrm>
            <a:off x="2927898" y="299800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新しいパスワード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756923E7-DB88-8519-126B-7431CF4BA3A8}"/>
              </a:ext>
            </a:extLst>
          </p:cNvPr>
          <p:cNvSpPr/>
          <p:nvPr/>
        </p:nvSpPr>
        <p:spPr>
          <a:xfrm>
            <a:off x="2297597" y="5665302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3376F512-6247-0F14-B78A-B1A43FE7CE4E}"/>
              </a:ext>
            </a:extLst>
          </p:cNvPr>
          <p:cNvSpPr/>
          <p:nvPr/>
        </p:nvSpPr>
        <p:spPr>
          <a:xfrm>
            <a:off x="1056863" y="56653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B0864C2B-B742-D885-796D-9849FCB7B6C9}"/>
              </a:ext>
            </a:extLst>
          </p:cNvPr>
          <p:cNvSpPr/>
          <p:nvPr/>
        </p:nvSpPr>
        <p:spPr>
          <a:xfrm>
            <a:off x="617877" y="1192698"/>
            <a:ext cx="8257765" cy="519816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BD59B25-336D-B24E-B192-548EA28F25A9}"/>
              </a:ext>
            </a:extLst>
          </p:cNvPr>
          <p:cNvSpPr txBox="1"/>
          <p:nvPr/>
        </p:nvSpPr>
        <p:spPr>
          <a:xfrm>
            <a:off x="986456" y="1398030"/>
            <a:ext cx="4234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アカウント情報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9AC561E-22B0-77E4-7160-9D8810FCE2BA}"/>
              </a:ext>
            </a:extLst>
          </p:cNvPr>
          <p:cNvSpPr/>
          <p:nvPr/>
        </p:nvSpPr>
        <p:spPr>
          <a:xfrm>
            <a:off x="986456" y="357650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8410025-F2AA-8E69-886D-05BD2A6016B8}"/>
              </a:ext>
            </a:extLst>
          </p:cNvPr>
          <p:cNvSpPr txBox="1"/>
          <p:nvPr/>
        </p:nvSpPr>
        <p:spPr>
          <a:xfrm>
            <a:off x="3001617" y="3576501"/>
            <a:ext cx="3210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新しいパスワード確認用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6F6CC2C-9B15-B68D-A8A5-CA29AEC0D6C4}"/>
              </a:ext>
            </a:extLst>
          </p:cNvPr>
          <p:cNvSpPr/>
          <p:nvPr/>
        </p:nvSpPr>
        <p:spPr>
          <a:xfrm>
            <a:off x="986456" y="4226727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BE77135-C41A-42C5-40DA-2B187FB0CE0F}"/>
              </a:ext>
            </a:extLst>
          </p:cNvPr>
          <p:cNvSpPr txBox="1"/>
          <p:nvPr/>
        </p:nvSpPr>
        <p:spPr>
          <a:xfrm>
            <a:off x="2927898" y="4154996"/>
            <a:ext cx="3210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現在のパスワード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4A4676D-F837-DAFE-D166-440E9B43B025}"/>
              </a:ext>
            </a:extLst>
          </p:cNvPr>
          <p:cNvSpPr txBox="1"/>
          <p:nvPr/>
        </p:nvSpPr>
        <p:spPr>
          <a:xfrm>
            <a:off x="867398" y="4876953"/>
            <a:ext cx="61523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現在のパスワードに正しいパスワードを入力後</a:t>
            </a:r>
            <a:r>
              <a:rPr kumimoji="1" lang="en-US" altLang="ja-JP" dirty="0"/>
              <a:t>OK</a:t>
            </a:r>
            <a:r>
              <a:rPr kumimoji="1" lang="ja-JP" altLang="en-US" dirty="0"/>
              <a:t>ボタンを押してください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FB5D066-26E0-6D0E-CE04-9A3D9F3B1ED8}"/>
              </a:ext>
            </a:extLst>
          </p:cNvPr>
          <p:cNvSpPr/>
          <p:nvPr/>
        </p:nvSpPr>
        <p:spPr>
          <a:xfrm>
            <a:off x="2297597" y="2584174"/>
            <a:ext cx="5305838" cy="118095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CAC21BC-F81E-8205-3373-7050D6DAB13B}"/>
              </a:ext>
            </a:extLst>
          </p:cNvPr>
          <p:cNvSpPr txBox="1"/>
          <p:nvPr/>
        </p:nvSpPr>
        <p:spPr>
          <a:xfrm>
            <a:off x="2786269" y="2882056"/>
            <a:ext cx="3949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パスワードが間違っています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E02B4C0-31DF-8577-EA8C-1B15546426F4}"/>
              </a:ext>
            </a:extLst>
          </p:cNvPr>
          <p:cNvSpPr/>
          <p:nvPr/>
        </p:nvSpPr>
        <p:spPr>
          <a:xfrm>
            <a:off x="4312758" y="3290302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7BF89A45-BF00-1DF7-9A10-C29136D912E5}"/>
              </a:ext>
            </a:extLst>
          </p:cNvPr>
          <p:cNvSpPr txBox="1"/>
          <p:nvPr/>
        </p:nvSpPr>
        <p:spPr>
          <a:xfrm>
            <a:off x="9322904" y="2834011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エラーダイアログが出る</a:t>
            </a:r>
          </a:p>
        </p:txBody>
      </p:sp>
    </p:spTree>
    <p:extLst>
      <p:ext uri="{BB962C8B-B14F-4D97-AF65-F5344CB8AC3E}">
        <p14:creationId xmlns:p14="http://schemas.microsoft.com/office/powerpoint/2010/main" val="33173537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C7731-9563-1FED-2948-87861A258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18CB6555-AE2A-89AE-6024-6CDFADAE63DF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01B2776-9FC1-66F5-8B50-5052730D2D08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新規登録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E3933E4-F5EE-9011-98FC-EF492DC4BEB3}"/>
              </a:ext>
            </a:extLst>
          </p:cNvPr>
          <p:cNvSpPr txBox="1"/>
          <p:nvPr/>
        </p:nvSpPr>
        <p:spPr>
          <a:xfrm>
            <a:off x="1033670" y="1312756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博物館名の入力画面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3A38E81-893C-4777-497B-1DC1215A3BC2}"/>
              </a:ext>
            </a:extLst>
          </p:cNvPr>
          <p:cNvSpPr/>
          <p:nvPr/>
        </p:nvSpPr>
        <p:spPr>
          <a:xfrm>
            <a:off x="1192697" y="1948860"/>
            <a:ext cx="2584173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02B60EB9-A38A-72A0-3B14-148BC94BE8EA}"/>
              </a:ext>
            </a:extLst>
          </p:cNvPr>
          <p:cNvSpPr txBox="1"/>
          <p:nvPr/>
        </p:nvSpPr>
        <p:spPr>
          <a:xfrm>
            <a:off x="1033670" y="2624721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博物館名を入力してください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99C3B6C1-A5D6-A09A-C37D-B92A841E0F95}"/>
              </a:ext>
            </a:extLst>
          </p:cNvPr>
          <p:cNvSpPr/>
          <p:nvPr/>
        </p:nvSpPr>
        <p:spPr>
          <a:xfrm>
            <a:off x="1451113" y="3262409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97D4601-4545-316B-7F59-02064ED0AF26}"/>
              </a:ext>
            </a:extLst>
          </p:cNvPr>
          <p:cNvSpPr/>
          <p:nvPr/>
        </p:nvSpPr>
        <p:spPr>
          <a:xfrm>
            <a:off x="2842591" y="3260825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3540DDF-96C3-D391-FE5B-8B8A0C31516D}"/>
              </a:ext>
            </a:extLst>
          </p:cNvPr>
          <p:cNvSpPr/>
          <p:nvPr/>
        </p:nvSpPr>
        <p:spPr>
          <a:xfrm>
            <a:off x="765313" y="1682088"/>
            <a:ext cx="3627783" cy="22446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16B54CE-1BE1-4952-7110-0B7380A209ED}"/>
              </a:ext>
            </a:extLst>
          </p:cNvPr>
          <p:cNvSpPr txBox="1"/>
          <p:nvPr/>
        </p:nvSpPr>
        <p:spPr>
          <a:xfrm>
            <a:off x="407504" y="4319343"/>
            <a:ext cx="3473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中止の場合、全体表示に戻る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727121D-797D-7A93-EEEE-4B33514C51FD}"/>
              </a:ext>
            </a:extLst>
          </p:cNvPr>
          <p:cNvSpPr txBox="1"/>
          <p:nvPr/>
        </p:nvSpPr>
        <p:spPr>
          <a:xfrm>
            <a:off x="5963478" y="1128090"/>
            <a:ext cx="3412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一人目の管理者の登録画面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1575B226-09B3-2074-C2A6-06AB80A7391D}"/>
              </a:ext>
            </a:extLst>
          </p:cNvPr>
          <p:cNvSpPr/>
          <p:nvPr/>
        </p:nvSpPr>
        <p:spPr>
          <a:xfrm>
            <a:off x="6357732" y="180474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2E4E5E7-7B58-CD86-03B1-FA32F0656C46}"/>
              </a:ext>
            </a:extLst>
          </p:cNvPr>
          <p:cNvSpPr txBox="1"/>
          <p:nvPr/>
        </p:nvSpPr>
        <p:spPr>
          <a:xfrm>
            <a:off x="8299174" y="180474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氏名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D3FB3147-0B71-D781-5502-0E7B12A4D668}"/>
              </a:ext>
            </a:extLst>
          </p:cNvPr>
          <p:cNvSpPr/>
          <p:nvPr/>
        </p:nvSpPr>
        <p:spPr>
          <a:xfrm>
            <a:off x="6357732" y="2296726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572E840-D789-D2B7-7A10-AE3987740CAF}"/>
              </a:ext>
            </a:extLst>
          </p:cNvPr>
          <p:cNvSpPr txBox="1"/>
          <p:nvPr/>
        </p:nvSpPr>
        <p:spPr>
          <a:xfrm>
            <a:off x="8299174" y="2255389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メールアドレス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861C1A9E-4C30-6D33-5D2A-BFCAD5066C53}"/>
              </a:ext>
            </a:extLst>
          </p:cNvPr>
          <p:cNvSpPr/>
          <p:nvPr/>
        </p:nvSpPr>
        <p:spPr>
          <a:xfrm>
            <a:off x="6357732" y="2853318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96D729CD-E50A-42EB-C60E-E488F8EBEE03}"/>
              </a:ext>
            </a:extLst>
          </p:cNvPr>
          <p:cNvSpPr txBox="1"/>
          <p:nvPr/>
        </p:nvSpPr>
        <p:spPr>
          <a:xfrm>
            <a:off x="8299174" y="274737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ログインパスワード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2A4FF85B-9821-3B7A-61E0-404BAAF1195D}"/>
              </a:ext>
            </a:extLst>
          </p:cNvPr>
          <p:cNvSpPr/>
          <p:nvPr/>
        </p:nvSpPr>
        <p:spPr>
          <a:xfrm>
            <a:off x="7586871" y="3581250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852ABD40-4752-43B4-F8E3-0943EB83FEB5}"/>
              </a:ext>
            </a:extLst>
          </p:cNvPr>
          <p:cNvSpPr/>
          <p:nvPr/>
        </p:nvSpPr>
        <p:spPr>
          <a:xfrm>
            <a:off x="6346137" y="3581250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A8CEA834-769C-B8BE-13CF-1DB6205F5F30}"/>
              </a:ext>
            </a:extLst>
          </p:cNvPr>
          <p:cNvSpPr/>
          <p:nvPr/>
        </p:nvSpPr>
        <p:spPr>
          <a:xfrm>
            <a:off x="5769661" y="1625045"/>
            <a:ext cx="4971226" cy="2694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FD8540DA-58C0-B5DF-B955-0C76E101AFCB}"/>
              </a:ext>
            </a:extLst>
          </p:cNvPr>
          <p:cNvSpPr txBox="1"/>
          <p:nvPr/>
        </p:nvSpPr>
        <p:spPr>
          <a:xfrm>
            <a:off x="5456582" y="4722445"/>
            <a:ext cx="584420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管理者は複数登録可能。</a:t>
            </a:r>
            <a:endParaRPr kumimoji="1" lang="en-US" altLang="ja-JP" dirty="0"/>
          </a:p>
          <a:p>
            <a:r>
              <a:rPr kumimoji="1" lang="ja-JP" altLang="en-US" dirty="0"/>
              <a:t>必ず一人目の管理者が必要。</a:t>
            </a:r>
            <a:endParaRPr kumimoji="1" lang="en-US" altLang="ja-JP" dirty="0"/>
          </a:p>
          <a:p>
            <a:r>
              <a:rPr kumimoji="1" lang="ja-JP" altLang="en-US" dirty="0"/>
              <a:t>登録しないで中止ボタンを押すと、全体表示に戻る</a:t>
            </a:r>
            <a:endParaRPr kumimoji="1" lang="en-US" altLang="ja-JP" dirty="0"/>
          </a:p>
          <a:p>
            <a:r>
              <a:rPr kumimoji="1" lang="ja-JP" altLang="en-US" dirty="0"/>
              <a:t>これは博物館の新規登録ができていない状態。</a:t>
            </a:r>
            <a:endParaRPr kumimoji="1" lang="en-US" altLang="ja-JP" dirty="0"/>
          </a:p>
          <a:p>
            <a:r>
              <a:rPr lang="en-US" altLang="ja-JP" dirty="0"/>
              <a:t>OK</a:t>
            </a:r>
            <a:r>
              <a:rPr lang="ja-JP" altLang="en-US" dirty="0"/>
              <a:t>を押すと次の管理者入力が必要か確認画面になる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9708884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41807-B308-83A8-3402-06A542E94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658ACEA4-5BA9-FABE-2CF4-CE4A16455C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C65F007-BDB8-3DB3-DD69-DCC269282256}"/>
              </a:ext>
            </a:extLst>
          </p:cNvPr>
          <p:cNvSpPr txBox="1"/>
          <p:nvPr/>
        </p:nvSpPr>
        <p:spPr>
          <a:xfrm>
            <a:off x="427374" y="198783"/>
            <a:ext cx="86271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一人目の管理者の登録直後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D7E9E42-92A8-3341-B908-B58765A710A2}"/>
              </a:ext>
            </a:extLst>
          </p:cNvPr>
          <p:cNvSpPr txBox="1"/>
          <p:nvPr/>
        </p:nvSpPr>
        <p:spPr>
          <a:xfrm>
            <a:off x="5963478" y="1128090"/>
            <a:ext cx="3412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次の管理者の登録画面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C94197BF-B95B-0774-85C7-AFBFBFB06A8C}"/>
              </a:ext>
            </a:extLst>
          </p:cNvPr>
          <p:cNvSpPr/>
          <p:nvPr/>
        </p:nvSpPr>
        <p:spPr>
          <a:xfrm>
            <a:off x="6357732" y="180474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EF4AA67-BB75-D7A2-840C-F974522C2570}"/>
              </a:ext>
            </a:extLst>
          </p:cNvPr>
          <p:cNvSpPr txBox="1"/>
          <p:nvPr/>
        </p:nvSpPr>
        <p:spPr>
          <a:xfrm>
            <a:off x="8299174" y="180474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氏名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B5CA73CC-2F53-AEE9-93F3-662F88E62C01}"/>
              </a:ext>
            </a:extLst>
          </p:cNvPr>
          <p:cNvSpPr/>
          <p:nvPr/>
        </p:nvSpPr>
        <p:spPr>
          <a:xfrm>
            <a:off x="6357732" y="2296726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12D5B472-8A6D-5BAA-9655-1C266967E28C}"/>
              </a:ext>
            </a:extLst>
          </p:cNvPr>
          <p:cNvSpPr txBox="1"/>
          <p:nvPr/>
        </p:nvSpPr>
        <p:spPr>
          <a:xfrm>
            <a:off x="8299174" y="2255389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メールアドレス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3364DBD-8518-3B7B-0202-DD7A6731BCAB}"/>
              </a:ext>
            </a:extLst>
          </p:cNvPr>
          <p:cNvSpPr/>
          <p:nvPr/>
        </p:nvSpPr>
        <p:spPr>
          <a:xfrm>
            <a:off x="6357732" y="2853318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27DA651F-3A50-B385-D58D-317895283CFE}"/>
              </a:ext>
            </a:extLst>
          </p:cNvPr>
          <p:cNvSpPr txBox="1"/>
          <p:nvPr/>
        </p:nvSpPr>
        <p:spPr>
          <a:xfrm>
            <a:off x="8299174" y="274737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ログインパスワード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36B28515-334B-6016-F0BB-F912C0EA9482}"/>
              </a:ext>
            </a:extLst>
          </p:cNvPr>
          <p:cNvSpPr/>
          <p:nvPr/>
        </p:nvSpPr>
        <p:spPr>
          <a:xfrm>
            <a:off x="7586871" y="3581250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43D43A71-F271-D02F-C690-58FCDBABBB78}"/>
              </a:ext>
            </a:extLst>
          </p:cNvPr>
          <p:cNvSpPr/>
          <p:nvPr/>
        </p:nvSpPr>
        <p:spPr>
          <a:xfrm>
            <a:off x="6346137" y="3581250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4DED9CD8-066B-AB5F-9FE8-1571BA6C0EB7}"/>
              </a:ext>
            </a:extLst>
          </p:cNvPr>
          <p:cNvSpPr/>
          <p:nvPr/>
        </p:nvSpPr>
        <p:spPr>
          <a:xfrm>
            <a:off x="5769661" y="1625045"/>
            <a:ext cx="4971226" cy="2694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AAE77920-9AA2-38F9-019D-0A7335406378}"/>
              </a:ext>
            </a:extLst>
          </p:cNvPr>
          <p:cNvSpPr txBox="1"/>
          <p:nvPr/>
        </p:nvSpPr>
        <p:spPr>
          <a:xfrm>
            <a:off x="5456582" y="4722445"/>
            <a:ext cx="58442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「中止」は次の管理者登録は行わず全体表示に戻る。</a:t>
            </a:r>
            <a:endParaRPr kumimoji="1" lang="en-US" altLang="ja-JP" dirty="0"/>
          </a:p>
          <a:p>
            <a:r>
              <a:rPr kumimoji="1" lang="ja-JP" altLang="en-US" dirty="0"/>
              <a:t>これは前の画面で「いいえ」を押したのと同等</a:t>
            </a:r>
            <a:br>
              <a:rPr kumimoji="1" lang="en-US" altLang="ja-JP" dirty="0"/>
            </a:br>
            <a:r>
              <a:rPr kumimoji="1" lang="ja-JP" altLang="en-US" dirty="0"/>
              <a:t>「</a:t>
            </a:r>
            <a:r>
              <a:rPr kumimoji="1" lang="en-US" altLang="ja-JP" dirty="0"/>
              <a:t>OK</a:t>
            </a:r>
            <a:r>
              <a:rPr kumimoji="1" lang="ja-JP" altLang="en-US" dirty="0"/>
              <a:t>」を押すと管理者登録、登録後次の管理者登録画面に移動、以降同じ</a:t>
            </a:r>
            <a:endParaRPr kumimoji="1" lang="en-US" altLang="ja-JP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39EFA82-34B7-B53C-7DA8-761D33F63050}"/>
              </a:ext>
            </a:extLst>
          </p:cNvPr>
          <p:cNvSpPr txBox="1"/>
          <p:nvPr/>
        </p:nvSpPr>
        <p:spPr>
          <a:xfrm>
            <a:off x="540677" y="1631595"/>
            <a:ext cx="32467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次の管理者を登録しますか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043D028-65E2-3C53-61EB-04305A434EF6}"/>
              </a:ext>
            </a:extLst>
          </p:cNvPr>
          <p:cNvSpPr/>
          <p:nvPr/>
        </p:nvSpPr>
        <p:spPr>
          <a:xfrm>
            <a:off x="795782" y="2423629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いいえ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ACBC1EA-7AAD-DBD9-5A02-3C56CDB5DFD8}"/>
              </a:ext>
            </a:extLst>
          </p:cNvPr>
          <p:cNvSpPr/>
          <p:nvPr/>
        </p:nvSpPr>
        <p:spPr>
          <a:xfrm>
            <a:off x="2164068" y="2434365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はい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D683E7A-4C5F-0447-C35B-7269133122B0}"/>
              </a:ext>
            </a:extLst>
          </p:cNvPr>
          <p:cNvSpPr/>
          <p:nvPr/>
        </p:nvSpPr>
        <p:spPr>
          <a:xfrm>
            <a:off x="392587" y="1312756"/>
            <a:ext cx="3581692" cy="190989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3D07998-90AF-29BF-D502-8ACD1D09ACD8}"/>
              </a:ext>
            </a:extLst>
          </p:cNvPr>
          <p:cNvSpPr txBox="1"/>
          <p:nvPr/>
        </p:nvSpPr>
        <p:spPr>
          <a:xfrm>
            <a:off x="213690" y="3429000"/>
            <a:ext cx="47856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「いいえ」で新規登録終了し全体表示に戻る</a:t>
            </a:r>
            <a:br>
              <a:rPr kumimoji="1" lang="en-US" altLang="ja-JP" dirty="0"/>
            </a:br>
            <a:r>
              <a:rPr kumimoji="1" lang="ja-JP" altLang="en-US" dirty="0"/>
              <a:t>「はい」で次の管理者登録画面に</a:t>
            </a:r>
            <a:br>
              <a:rPr kumimoji="1" lang="en-US" altLang="ja-JP" dirty="0"/>
            </a:b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683921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3EA1-C9A4-8DF7-A77C-BEB988456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0757D82-015E-A547-C21C-3A2CA93C216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BDEE12F-082C-FB9B-05F0-F54A33D690AF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3236D055-A80B-940F-0E0A-701FB83E9B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0781855"/>
              </p:ext>
            </p:extLst>
          </p:nvPr>
        </p:nvGraphicFramePr>
        <p:xfrm>
          <a:off x="407503" y="1164461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559701597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r>
                        <a:rPr kumimoji="1" lang="ja-JP" altLang="en-US" sz="1800" dirty="0"/>
                        <a:t>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4CD40E0-DB13-BF4D-F2AE-F0AFDB960370}"/>
              </a:ext>
            </a:extLst>
          </p:cNvPr>
          <p:cNvSpPr/>
          <p:nvPr/>
        </p:nvSpPr>
        <p:spPr>
          <a:xfrm>
            <a:off x="462168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C2E8D31-0417-65A5-0263-6F2F5870DF12}"/>
              </a:ext>
            </a:extLst>
          </p:cNvPr>
          <p:cNvSpPr/>
          <p:nvPr/>
        </p:nvSpPr>
        <p:spPr>
          <a:xfrm>
            <a:off x="1697933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60949C5-67ED-63D6-318F-D2CC7B2EACA9}"/>
              </a:ext>
            </a:extLst>
          </p:cNvPr>
          <p:cNvSpPr/>
          <p:nvPr/>
        </p:nvSpPr>
        <p:spPr>
          <a:xfrm>
            <a:off x="3033090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E9DFA8A6-7B6A-BB7E-3732-823CC7E1C570}"/>
              </a:ext>
            </a:extLst>
          </p:cNvPr>
          <p:cNvSpPr/>
          <p:nvPr/>
        </p:nvSpPr>
        <p:spPr>
          <a:xfrm>
            <a:off x="1620904" y="356317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C3F92AF-00A5-8C0F-F13B-5D12E3A51CBA}"/>
              </a:ext>
            </a:extLst>
          </p:cNvPr>
          <p:cNvSpPr txBox="1"/>
          <p:nvPr/>
        </p:nvSpPr>
        <p:spPr>
          <a:xfrm>
            <a:off x="1341783" y="4765665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削除ボタンを押す</a:t>
            </a:r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F164D9C1-20F6-069A-1C74-3CB2DD189D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2195940"/>
              </p:ext>
            </p:extLst>
          </p:nvPr>
        </p:nvGraphicFramePr>
        <p:xfrm>
          <a:off x="5360502" y="1505705"/>
          <a:ext cx="4837047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858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998587">
                  <a:extLst>
                    <a:ext uri="{9D8B030D-6E8A-4147-A177-3AD203B41FA5}">
                      <a16:colId xmlns:a16="http://schemas.microsoft.com/office/drawing/2014/main" val="474624328"/>
                    </a:ext>
                  </a:extLst>
                </a:gridCol>
                <a:gridCol w="839873">
                  <a:extLst>
                    <a:ext uri="{9D8B030D-6E8A-4147-A177-3AD203B41FA5}">
                      <a16:colId xmlns:a16="http://schemas.microsoft.com/office/drawing/2014/main" val="2211274183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削除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r>
                        <a:rPr kumimoji="1" lang="ja-JP" altLang="en-US" sz="1800" dirty="0"/>
                        <a:t>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E757489-3041-AFD4-76D3-643983FB17CB}"/>
              </a:ext>
            </a:extLst>
          </p:cNvPr>
          <p:cNvSpPr txBox="1"/>
          <p:nvPr/>
        </p:nvSpPr>
        <p:spPr>
          <a:xfrm>
            <a:off x="5466522" y="1003852"/>
            <a:ext cx="3955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削除する博物館を選択してください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EB1495A-096D-27F0-2A82-911B2050DE11}"/>
              </a:ext>
            </a:extLst>
          </p:cNvPr>
          <p:cNvSpPr/>
          <p:nvPr/>
        </p:nvSpPr>
        <p:spPr>
          <a:xfrm>
            <a:off x="6891132" y="3974067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削除実行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9E8BDF2-E7A9-ADCF-3DDD-4983E04B602D}"/>
              </a:ext>
            </a:extLst>
          </p:cNvPr>
          <p:cNvSpPr/>
          <p:nvPr/>
        </p:nvSpPr>
        <p:spPr>
          <a:xfrm>
            <a:off x="5362162" y="397406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E22A448-612E-EB14-A5E9-5E1522C34262}"/>
              </a:ext>
            </a:extLst>
          </p:cNvPr>
          <p:cNvSpPr txBox="1"/>
          <p:nvPr/>
        </p:nvSpPr>
        <p:spPr>
          <a:xfrm>
            <a:off x="5178287" y="5059017"/>
            <a:ext cx="6679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削除選択は複数可能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「削除実行」ボタンで対象を消去後トップ画面に戻る</a:t>
            </a:r>
          </a:p>
        </p:txBody>
      </p:sp>
    </p:spTree>
    <p:extLst>
      <p:ext uri="{BB962C8B-B14F-4D97-AF65-F5344CB8AC3E}">
        <p14:creationId xmlns:p14="http://schemas.microsoft.com/office/powerpoint/2010/main" val="22229064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6857E-9E97-74E9-3984-BBB424826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6D6F97C-4765-D9F8-F862-CDC0FB99EE56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160436B-33B4-56A8-542E-3281787A937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E09DA6A1-B6B0-E214-1157-B94AFD123EA6}"/>
              </a:ext>
            </a:extLst>
          </p:cNvPr>
          <p:cNvGraphicFramePr>
            <a:graphicFrameLocks noGrp="1"/>
          </p:cNvGraphicFramePr>
          <p:nvPr/>
        </p:nvGraphicFramePr>
        <p:xfrm>
          <a:off x="407503" y="1164461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559701597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r>
                        <a:rPr kumimoji="1" lang="ja-JP" altLang="en-US" sz="1800" dirty="0"/>
                        <a:t>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22C6F1E-A12A-3EA8-130E-3DB62793B645}"/>
              </a:ext>
            </a:extLst>
          </p:cNvPr>
          <p:cNvSpPr/>
          <p:nvPr/>
        </p:nvSpPr>
        <p:spPr>
          <a:xfrm>
            <a:off x="462168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A8CAD32-B42B-D380-F050-B46E812D08AA}"/>
              </a:ext>
            </a:extLst>
          </p:cNvPr>
          <p:cNvSpPr/>
          <p:nvPr/>
        </p:nvSpPr>
        <p:spPr>
          <a:xfrm>
            <a:off x="1697933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523DB27-5C41-C6F4-E687-8C340BFBDDC4}"/>
              </a:ext>
            </a:extLst>
          </p:cNvPr>
          <p:cNvSpPr/>
          <p:nvPr/>
        </p:nvSpPr>
        <p:spPr>
          <a:xfrm>
            <a:off x="3033090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9A4E580D-E09A-9F29-9C19-45CCE41E2B80}"/>
              </a:ext>
            </a:extLst>
          </p:cNvPr>
          <p:cNvSpPr/>
          <p:nvPr/>
        </p:nvSpPr>
        <p:spPr>
          <a:xfrm>
            <a:off x="2956061" y="356317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52383DF-F1C5-2936-C437-267709A24581}"/>
              </a:ext>
            </a:extLst>
          </p:cNvPr>
          <p:cNvSpPr txBox="1"/>
          <p:nvPr/>
        </p:nvSpPr>
        <p:spPr>
          <a:xfrm>
            <a:off x="1341783" y="4765665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修正ボタンを押す</a:t>
            </a:r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622D151F-D233-F63E-CCD1-A769D14082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1076815"/>
              </p:ext>
            </p:extLst>
          </p:nvPr>
        </p:nvGraphicFramePr>
        <p:xfrm>
          <a:off x="5360502" y="1505705"/>
          <a:ext cx="4837047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858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998587">
                  <a:extLst>
                    <a:ext uri="{9D8B030D-6E8A-4147-A177-3AD203B41FA5}">
                      <a16:colId xmlns:a16="http://schemas.microsoft.com/office/drawing/2014/main" val="474624328"/>
                    </a:ext>
                  </a:extLst>
                </a:gridCol>
                <a:gridCol w="839873">
                  <a:extLst>
                    <a:ext uri="{9D8B030D-6E8A-4147-A177-3AD203B41FA5}">
                      <a16:colId xmlns:a16="http://schemas.microsoft.com/office/drawing/2014/main" val="2211274183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r>
                        <a:rPr kumimoji="1" lang="ja-JP" altLang="en-US" sz="1800" dirty="0"/>
                        <a:t>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82A9C6D-1872-8C52-8002-FE7ED12E0D3E}"/>
              </a:ext>
            </a:extLst>
          </p:cNvPr>
          <p:cNvSpPr txBox="1"/>
          <p:nvPr/>
        </p:nvSpPr>
        <p:spPr>
          <a:xfrm>
            <a:off x="5466522" y="1003852"/>
            <a:ext cx="3955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修正する博物館を選択してください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F1E6363-1B06-998E-FD0B-D844919488CF}"/>
              </a:ext>
            </a:extLst>
          </p:cNvPr>
          <p:cNvSpPr/>
          <p:nvPr/>
        </p:nvSpPr>
        <p:spPr>
          <a:xfrm>
            <a:off x="6891132" y="3974067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73FD4D2D-5A2D-8B53-A711-9FFAE03BA0DE}"/>
              </a:ext>
            </a:extLst>
          </p:cNvPr>
          <p:cNvSpPr/>
          <p:nvPr/>
        </p:nvSpPr>
        <p:spPr>
          <a:xfrm>
            <a:off x="5362162" y="397406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F8F95790-65CE-FF10-AB11-4DD7C0536A84}"/>
              </a:ext>
            </a:extLst>
          </p:cNvPr>
          <p:cNvSpPr txBox="1"/>
          <p:nvPr/>
        </p:nvSpPr>
        <p:spPr>
          <a:xfrm>
            <a:off x="5178287" y="4930818"/>
            <a:ext cx="6679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修正選択は一つのみ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「修正」ボタンで対象博物館の管理者画面に</a:t>
            </a:r>
          </a:p>
        </p:txBody>
      </p:sp>
    </p:spTree>
    <p:extLst>
      <p:ext uri="{BB962C8B-B14F-4D97-AF65-F5344CB8AC3E}">
        <p14:creationId xmlns:p14="http://schemas.microsoft.com/office/powerpoint/2010/main" val="13390732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E90B4-2E33-316A-3882-7CDE02D7A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9257D5A-7296-2AD0-0D14-32150908149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EBB6716-95FF-7928-C039-3EF4F73F58A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対象博物館の管理者修正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276F800F-2C0C-403E-DD9D-E94F2AEF6C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8396788"/>
              </p:ext>
            </p:extLst>
          </p:nvPr>
        </p:nvGraphicFramePr>
        <p:xfrm>
          <a:off x="556589" y="1502392"/>
          <a:ext cx="5009324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4662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2504662">
                  <a:extLst>
                    <a:ext uri="{9D8B030D-6E8A-4147-A177-3AD203B41FA5}">
                      <a16:colId xmlns:a16="http://schemas.microsoft.com/office/drawing/2014/main" val="559701597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管理者氏名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管理者メールアドレス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abc@def.ghi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E185069-6880-16BF-4AC4-09ED5954BFF9}"/>
              </a:ext>
            </a:extLst>
          </p:cNvPr>
          <p:cNvSpPr txBox="1"/>
          <p:nvPr/>
        </p:nvSpPr>
        <p:spPr>
          <a:xfrm>
            <a:off x="566530" y="1073426"/>
            <a:ext cx="30314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906989CD-BBF7-7678-419F-123903CC2A49}"/>
              </a:ext>
            </a:extLst>
          </p:cNvPr>
          <p:cNvSpPr/>
          <p:nvPr/>
        </p:nvSpPr>
        <p:spPr>
          <a:xfrm>
            <a:off x="566530" y="410003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953D377D-F0CF-6F4A-83DF-EC0FF0BFEB6C}"/>
              </a:ext>
            </a:extLst>
          </p:cNvPr>
          <p:cNvSpPr/>
          <p:nvPr/>
        </p:nvSpPr>
        <p:spPr>
          <a:xfrm>
            <a:off x="2579204" y="410003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742BB73F-7832-DD5B-8DD8-01703740984E}"/>
              </a:ext>
            </a:extLst>
          </p:cNvPr>
          <p:cNvSpPr/>
          <p:nvPr/>
        </p:nvSpPr>
        <p:spPr>
          <a:xfrm>
            <a:off x="3677479" y="410003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D837406-AB16-64C0-E6B9-0700CCF22FAB}"/>
              </a:ext>
            </a:extLst>
          </p:cNvPr>
          <p:cNvSpPr txBox="1"/>
          <p:nvPr/>
        </p:nvSpPr>
        <p:spPr>
          <a:xfrm>
            <a:off x="5983358" y="1258092"/>
            <a:ext cx="60628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対象博物館の管理者全員が表示される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博物館全体表示に戻る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新規登録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新たに管理者を登録する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削除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登録済みの管理者を削除する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修正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登録済みの管理者の修正を行う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8221D460-E6A5-6687-9296-FC43492946B2}"/>
              </a:ext>
            </a:extLst>
          </p:cNvPr>
          <p:cNvSpPr/>
          <p:nvPr/>
        </p:nvSpPr>
        <p:spPr>
          <a:xfrm>
            <a:off x="1572867" y="410003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</p:spTree>
    <p:extLst>
      <p:ext uri="{BB962C8B-B14F-4D97-AF65-F5344CB8AC3E}">
        <p14:creationId xmlns:p14="http://schemas.microsoft.com/office/powerpoint/2010/main" val="22913473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36EE0-83ED-1CEE-7D12-CA2E0C45B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87F916B-07BB-E167-FF98-7FCAFFA2EAA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FEF8256-2BD2-9FB6-6106-998EB0695F92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管理者登録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64CF791B-DA53-5648-AAD6-40DF21DDB29B}"/>
              </a:ext>
            </a:extLst>
          </p:cNvPr>
          <p:cNvSpPr/>
          <p:nvPr/>
        </p:nvSpPr>
        <p:spPr>
          <a:xfrm>
            <a:off x="1038960" y="1230885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0B64FE9-E7CA-5E7B-60DB-9F01935FD4D6}"/>
              </a:ext>
            </a:extLst>
          </p:cNvPr>
          <p:cNvSpPr txBox="1"/>
          <p:nvPr/>
        </p:nvSpPr>
        <p:spPr>
          <a:xfrm>
            <a:off x="2980402" y="123088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氏名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51E8526-E37A-851A-70DD-B63AFE65D752}"/>
              </a:ext>
            </a:extLst>
          </p:cNvPr>
          <p:cNvSpPr/>
          <p:nvPr/>
        </p:nvSpPr>
        <p:spPr>
          <a:xfrm>
            <a:off x="1038960" y="1722870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F63A1F0-75AC-6EFC-394E-9DD7F538E7BF}"/>
              </a:ext>
            </a:extLst>
          </p:cNvPr>
          <p:cNvSpPr txBox="1"/>
          <p:nvPr/>
        </p:nvSpPr>
        <p:spPr>
          <a:xfrm>
            <a:off x="2980402" y="1681533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メールアドレス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AF9300BB-0B58-CDD1-11E3-2781B78C969C}"/>
              </a:ext>
            </a:extLst>
          </p:cNvPr>
          <p:cNvSpPr/>
          <p:nvPr/>
        </p:nvSpPr>
        <p:spPr>
          <a:xfrm>
            <a:off x="1038960" y="2279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93E6520D-0BF3-C2C3-632E-FAFCB22CA759}"/>
              </a:ext>
            </a:extLst>
          </p:cNvPr>
          <p:cNvSpPr txBox="1"/>
          <p:nvPr/>
        </p:nvSpPr>
        <p:spPr>
          <a:xfrm>
            <a:off x="2980402" y="217351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ログインパスワード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3B422202-F898-7F51-18E7-B96674B39ABB}"/>
              </a:ext>
            </a:extLst>
          </p:cNvPr>
          <p:cNvSpPr/>
          <p:nvPr/>
        </p:nvSpPr>
        <p:spPr>
          <a:xfrm>
            <a:off x="2268099" y="3007394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70A2B7A8-8906-DAA3-6324-5FDA67B31C62}"/>
              </a:ext>
            </a:extLst>
          </p:cNvPr>
          <p:cNvSpPr/>
          <p:nvPr/>
        </p:nvSpPr>
        <p:spPr>
          <a:xfrm>
            <a:off x="1027365" y="3007394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7C68C044-0767-FB4D-8E6D-9A22BF5E3740}"/>
              </a:ext>
            </a:extLst>
          </p:cNvPr>
          <p:cNvSpPr/>
          <p:nvPr/>
        </p:nvSpPr>
        <p:spPr>
          <a:xfrm>
            <a:off x="450889" y="1051189"/>
            <a:ext cx="4971226" cy="2694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E7BCE90F-DF59-FBEA-1592-B2CDA4B7B212}"/>
              </a:ext>
            </a:extLst>
          </p:cNvPr>
          <p:cNvSpPr txBox="1"/>
          <p:nvPr/>
        </p:nvSpPr>
        <p:spPr>
          <a:xfrm>
            <a:off x="228600" y="4060510"/>
            <a:ext cx="568518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管理者は複数登録可能。</a:t>
            </a:r>
            <a:endParaRPr kumimoji="1" lang="en-US" altLang="ja-JP" dirty="0"/>
          </a:p>
          <a:p>
            <a:r>
              <a:rPr kumimoji="1" lang="ja-JP" altLang="en-US" dirty="0"/>
              <a:t>登録しないで中止ボタンを押すと、</a:t>
            </a:r>
            <a:endParaRPr kumimoji="1" lang="en-US" altLang="ja-JP" dirty="0"/>
          </a:p>
          <a:p>
            <a:r>
              <a:rPr kumimoji="1" lang="ja-JP" altLang="en-US" dirty="0"/>
              <a:t>一つ前の</a:t>
            </a:r>
            <a:r>
              <a:rPr lang="ja-JP" altLang="en-US" dirty="0"/>
              <a:t>対象博物館の管理者修正画面に戻る</a:t>
            </a:r>
          </a:p>
          <a:p>
            <a:r>
              <a:rPr lang="en-US" altLang="ja-JP" dirty="0"/>
              <a:t>OK</a:t>
            </a:r>
            <a:r>
              <a:rPr lang="ja-JP" altLang="en-US" dirty="0"/>
              <a:t>を押すと次の管理者入力が必要か確認画面になる</a:t>
            </a:r>
            <a:endParaRPr kumimoji="1"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3A0AEA7-D726-F527-AFEF-161CE790D428}"/>
              </a:ext>
            </a:extLst>
          </p:cNvPr>
          <p:cNvSpPr txBox="1"/>
          <p:nvPr/>
        </p:nvSpPr>
        <p:spPr>
          <a:xfrm>
            <a:off x="7170077" y="1595566"/>
            <a:ext cx="32467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次の管理者を登録しますか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F2022DA-1FDA-CDF4-D2C7-BE481B30626D}"/>
              </a:ext>
            </a:extLst>
          </p:cNvPr>
          <p:cNvSpPr/>
          <p:nvPr/>
        </p:nvSpPr>
        <p:spPr>
          <a:xfrm>
            <a:off x="7425182" y="2387600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いいえ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54A8F97-38D0-AEC0-D88F-B21CEBE159E3}"/>
              </a:ext>
            </a:extLst>
          </p:cNvPr>
          <p:cNvSpPr/>
          <p:nvPr/>
        </p:nvSpPr>
        <p:spPr>
          <a:xfrm>
            <a:off x="8793468" y="2398336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はい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3D39C85-E735-60B6-C4AA-AC3DDDF68E96}"/>
              </a:ext>
            </a:extLst>
          </p:cNvPr>
          <p:cNvSpPr/>
          <p:nvPr/>
        </p:nvSpPr>
        <p:spPr>
          <a:xfrm>
            <a:off x="7021987" y="1276727"/>
            <a:ext cx="3581692" cy="190989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D16773B-9E53-90E1-8EFA-D1C6599523AC}"/>
              </a:ext>
            </a:extLst>
          </p:cNvPr>
          <p:cNvSpPr txBox="1"/>
          <p:nvPr/>
        </p:nvSpPr>
        <p:spPr>
          <a:xfrm>
            <a:off x="6843090" y="3392971"/>
            <a:ext cx="47856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「いいえ」で</a:t>
            </a:r>
            <a:r>
              <a:rPr lang="ja-JP" altLang="en-US" dirty="0"/>
              <a:t>対象博物館の</a:t>
            </a:r>
            <a:endParaRPr lang="en-US" altLang="ja-JP" dirty="0"/>
          </a:p>
          <a:p>
            <a:r>
              <a:rPr lang="ja-JP" altLang="en-US" dirty="0"/>
              <a:t>管理者修正画面に戻る</a:t>
            </a:r>
            <a:br>
              <a:rPr kumimoji="1" lang="en-US" altLang="ja-JP" dirty="0"/>
            </a:br>
            <a:r>
              <a:rPr kumimoji="1" lang="ja-JP" altLang="en-US" dirty="0"/>
              <a:t>「はい」で次の管理者登録画面に</a:t>
            </a:r>
            <a:br>
              <a:rPr kumimoji="1" lang="en-US" altLang="ja-JP" dirty="0"/>
            </a:b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805581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1667C-1CCF-6E6E-5AAC-5B26E19DF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F2A456F-1F46-7608-0425-E437362B92D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A9550EA-019B-4156-9E2C-229321A86DAE}"/>
              </a:ext>
            </a:extLst>
          </p:cNvPr>
          <p:cNvSpPr txBox="1"/>
          <p:nvPr/>
        </p:nvSpPr>
        <p:spPr>
          <a:xfrm>
            <a:off x="407504" y="198783"/>
            <a:ext cx="37967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博物館の管理者</a:t>
            </a:r>
            <a:endParaRPr lang="en-US" altLang="ja-JP" dirty="0"/>
          </a:p>
          <a:p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14E043-5926-1EA6-5780-8B884478C4AA}"/>
              </a:ext>
            </a:extLst>
          </p:cNvPr>
          <p:cNvSpPr txBox="1"/>
          <p:nvPr/>
        </p:nvSpPr>
        <p:spPr>
          <a:xfrm>
            <a:off x="914399" y="1178578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ログイン画面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26487D2-8C6A-1525-5E71-DF6A0006E42F}"/>
              </a:ext>
            </a:extLst>
          </p:cNvPr>
          <p:cNvSpPr/>
          <p:nvPr/>
        </p:nvSpPr>
        <p:spPr>
          <a:xfrm>
            <a:off x="1212575" y="2378832"/>
            <a:ext cx="2584173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89DBFFD-10C8-4C0A-4BBE-C0F577B0DE00}"/>
              </a:ext>
            </a:extLst>
          </p:cNvPr>
          <p:cNvSpPr/>
          <p:nvPr/>
        </p:nvSpPr>
        <p:spPr>
          <a:xfrm>
            <a:off x="1309481" y="4458664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F9CE643-C8B3-FBD1-8BD7-77048D4783D2}"/>
              </a:ext>
            </a:extLst>
          </p:cNvPr>
          <p:cNvSpPr/>
          <p:nvPr/>
        </p:nvSpPr>
        <p:spPr>
          <a:xfrm>
            <a:off x="765313" y="1682088"/>
            <a:ext cx="3627783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F3EEC8B-BE8D-C722-E29A-EF0A3210075F}"/>
              </a:ext>
            </a:extLst>
          </p:cNvPr>
          <p:cNvSpPr txBox="1"/>
          <p:nvPr/>
        </p:nvSpPr>
        <p:spPr>
          <a:xfrm>
            <a:off x="1113182" y="1938127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博物館コード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53AC74F-7811-203D-03D2-CAD44781547F}"/>
              </a:ext>
            </a:extLst>
          </p:cNvPr>
          <p:cNvSpPr txBox="1"/>
          <p:nvPr/>
        </p:nvSpPr>
        <p:spPr>
          <a:xfrm>
            <a:off x="1113182" y="292029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ログインパスワード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6C40DA27-8791-6656-86B2-305608DC9A5F}"/>
              </a:ext>
            </a:extLst>
          </p:cNvPr>
          <p:cNvSpPr/>
          <p:nvPr/>
        </p:nvSpPr>
        <p:spPr>
          <a:xfrm>
            <a:off x="1212575" y="3376483"/>
            <a:ext cx="2584173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673A256D-3F25-73A8-B148-A41DDC8BF833}"/>
              </a:ext>
            </a:extLst>
          </p:cNvPr>
          <p:cNvSpPr txBox="1"/>
          <p:nvPr/>
        </p:nvSpPr>
        <p:spPr>
          <a:xfrm>
            <a:off x="5436704" y="1682088"/>
            <a:ext cx="54267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正しいコードとパスワードが入力されたら</a:t>
            </a:r>
            <a:endParaRPr kumimoji="1" lang="en-US" altLang="ja-JP" dirty="0"/>
          </a:p>
          <a:p>
            <a:r>
              <a:rPr kumimoji="1" lang="ja-JP" altLang="en-US" dirty="0"/>
              <a:t>対象博物館の入力ページに移動</a:t>
            </a:r>
          </a:p>
        </p:txBody>
      </p:sp>
    </p:spTree>
    <p:extLst>
      <p:ext uri="{BB962C8B-B14F-4D97-AF65-F5344CB8AC3E}">
        <p14:creationId xmlns:p14="http://schemas.microsoft.com/office/powerpoint/2010/main" val="9435448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2B5EC-0721-2E2D-B035-E2C9ED9A4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6E01380F-7846-402D-B64F-7F565C2E45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DEA71C3-6DDB-C0BE-2569-E73C055242D5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博物館ページ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0763DA36-811F-4CD2-C948-02536F2E85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66993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6DC6C24-CED7-C964-440B-40DF3BF093A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DB7B484-8DE6-0182-F356-DE4D1967C60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2A0D8DA-4AB1-821D-2A68-E376F3C6ADE9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77E928-353F-2B86-8C05-57076C998E99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E7BF4CB-4CDC-D7BA-EF9E-BBCC73E1D4E4}"/>
              </a:ext>
            </a:extLst>
          </p:cNvPr>
          <p:cNvSpPr txBox="1"/>
          <p:nvPr/>
        </p:nvSpPr>
        <p:spPr>
          <a:xfrm>
            <a:off x="5675244" y="1397240"/>
            <a:ext cx="618213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博物館トップページ登録済みの展示物の一覧が表示される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新規登録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新たに展示物を登録する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削除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登録済みの展示物を削除する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閲覧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登録済みの展示物の管理者の修正を行う</a:t>
            </a:r>
          </a:p>
        </p:txBody>
      </p:sp>
    </p:spTree>
    <p:extLst>
      <p:ext uri="{BB962C8B-B14F-4D97-AF65-F5344CB8AC3E}">
        <p14:creationId xmlns:p14="http://schemas.microsoft.com/office/powerpoint/2010/main" val="10873807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3C8B0-9CCF-9E6F-0341-00547DD99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854C811-106C-0A20-B0CB-A11543ECF34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46DA38F-2EC9-ED0A-A297-A69E92B8D0BB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新規登録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0F3FD7F-CB32-3F74-741A-3EE3BA724AC4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505E73D-052A-02E1-2183-3D05DD3AF07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959DF22-2333-0BAB-06C6-28076FD2FB99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497ED26-72AD-36FD-AF43-C76C325BBF78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756F3637-9E5C-57E4-A9C1-37D87C11475E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AE4C01FB-4320-DCEC-2E69-E8B913690436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D9DF0AE-2AAD-A517-FE82-D03D99D4AD1A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89D4EE99-CA7B-F3B3-D97A-66FDAC8A867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AE6F08A4-12A2-0D22-769E-41DAB73FB027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72F9FAD-67F1-BE1C-3E80-D16064DB9E44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096D17-6941-2720-2A5A-31AE1E16E63E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B71257F1-3A53-D233-AC0B-F6399F55A0C0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6427EF97-93DF-C335-D918-94A5FC5D6215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855039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8B57B-A83B-6FE9-85D0-118E96EAF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E69C66A3-D42F-DC3D-F0EA-88DEFBE324F2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AAF2F7-4F62-2CC3-459B-C7374129ACA2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B881359-0531-32C6-B3AA-E59429611D7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F2044197-8805-B179-E226-3AEE652B2C5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E7B9F20-D31F-36F1-8124-C040F776DE5E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6AD5405E-91AE-A128-1E55-99BE8588FFF0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7E05DCFB-D9D7-FEC2-2538-F47396526976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2D2D8610-B8BA-4C89-5E74-BA8B98BD9A23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AB5170A-E280-79F9-2555-588E1A3D5BB7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9B7AB63-01C3-6642-9F55-636B9ED39917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A0164DA-87C5-C575-9190-9009AC81A1E9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D07F746D-3850-ADB7-BC9F-7D93127A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7A306097-EF4F-F7F6-86D2-BF666153EFB8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13525689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1BB75-2A7A-0598-E9F2-03E766AE4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2FFAF25-C28C-AC81-BD85-6C3BE05A7CA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6BDD0BB-DFBF-14C7-C13A-BAF835B19A4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28A6D16-AAC1-BCD0-8F25-C2C95ED42BD4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228A275B-C4F8-F49D-6245-271D668A7D10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79D33ADF-17BE-9523-BCF4-679DB84F22E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ECE3B968-0A70-3F5E-EE44-9E488D4210DB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FF1BC8E-1C3C-C2A7-22D7-75139E738B40}"/>
              </a:ext>
            </a:extLst>
          </p:cNvPr>
          <p:cNvSpPr/>
          <p:nvPr/>
        </p:nvSpPr>
        <p:spPr>
          <a:xfrm>
            <a:off x="2156238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コード発行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138355C-BFEC-A722-C897-F05429C65386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7E01FA7-41F2-3F87-5B89-6AE0CDFD9EF9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1155DFB3-9B98-2B89-464A-FF87979A0E96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CD3DDE2-3362-5D6B-AEA8-BD97CD51D71E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40125974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86D1-9B20-E25E-C892-783C38B99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B17DC03-87F2-75C6-24D0-1C92B72A90BF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73B17D2-37B2-5E00-01A1-2033736D39C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A8D1C0E-A06F-7A46-4616-8F5F25B032EE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CB4B4EC-0607-D685-7932-1DE0E66BF0D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750D38-4846-FB62-F557-423353BC1A5F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D58851C-41E5-C220-B1C6-031EC9CDF39C}"/>
              </a:ext>
            </a:extLst>
          </p:cNvPr>
          <p:cNvSpPr/>
          <p:nvPr/>
        </p:nvSpPr>
        <p:spPr>
          <a:xfrm>
            <a:off x="1016277" y="5238802"/>
            <a:ext cx="122996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トップページに戻る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D1575D6-8174-B7B7-1BA9-882FE520EB5C}"/>
              </a:ext>
            </a:extLst>
          </p:cNvPr>
          <p:cNvSpPr/>
          <p:nvPr/>
        </p:nvSpPr>
        <p:spPr>
          <a:xfrm>
            <a:off x="2689774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印刷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pic>
        <p:nvPicPr>
          <p:cNvPr id="3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E0A2DFCB-A19D-A1A4-7242-4744D8FB2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3719" y="2002367"/>
            <a:ext cx="2432601" cy="2289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32040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A6394-85AF-A470-CC86-47C8BA334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E6B69D1-6931-2FCF-08FE-88DBD5BAA83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4D15F35-5F58-8312-8886-17BC663A905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331BF7B7-CA0B-2727-1C4B-5EED6BA075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62734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914E434-B2E6-CA6D-529E-BD2A996B53ED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24CBB8F-4891-4F37-A3D7-645D08288FA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87F227C3-6767-671F-1819-4B08CEC39D13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47F7A82-AFD8-762A-F786-C7FAFE5193F1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E1E7EF33-8457-CDFC-CB27-D5A9CC40A360}"/>
              </a:ext>
            </a:extLst>
          </p:cNvPr>
          <p:cNvSpPr/>
          <p:nvPr/>
        </p:nvSpPr>
        <p:spPr>
          <a:xfrm>
            <a:off x="1697933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6710312-CB37-6E48-F2F0-5BEA7D33B61B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11003929-392C-6BA1-781A-AE8035288A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997322"/>
              </p:ext>
            </p:extLst>
          </p:nvPr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5031B4C-34BF-7052-BFB1-F0E56F424CD8}"/>
              </a:ext>
            </a:extLst>
          </p:cNvPr>
          <p:cNvSpPr txBox="1"/>
          <p:nvPr/>
        </p:nvSpPr>
        <p:spPr>
          <a:xfrm>
            <a:off x="5178287" y="5059017"/>
            <a:ext cx="6679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削除選択は複数可能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「削除実行」ボタンで対象を消去後トップ画面に戻る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56D88C5-73CC-D113-8DDA-4F973E0FCC04}"/>
              </a:ext>
            </a:extLst>
          </p:cNvPr>
          <p:cNvSpPr/>
          <p:nvPr/>
        </p:nvSpPr>
        <p:spPr>
          <a:xfrm>
            <a:off x="7624970" y="4208338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削除実行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30422E8-778D-33A6-05C3-A8C062624E4D}"/>
              </a:ext>
            </a:extLst>
          </p:cNvPr>
          <p:cNvSpPr/>
          <p:nvPr/>
        </p:nvSpPr>
        <p:spPr>
          <a:xfrm>
            <a:off x="6096000" y="4208338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</p:spTree>
    <p:extLst>
      <p:ext uri="{BB962C8B-B14F-4D97-AF65-F5344CB8AC3E}">
        <p14:creationId xmlns:p14="http://schemas.microsoft.com/office/powerpoint/2010/main" val="21195972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E4EAC-E5A6-5DBA-2F23-034B39443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F81C04A-0028-A5B6-1958-69F2D492033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79DE174-AE62-7CE5-72BD-8489DC27091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6ED75168-28E8-9817-7F55-1323ED6F3D83}"/>
              </a:ext>
            </a:extLst>
          </p:cNvPr>
          <p:cNvGraphicFramePr>
            <a:graphicFrameLocks noGrp="1"/>
          </p:cNvGraphicFramePr>
          <p:nvPr/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F690D4D-1410-44CF-B269-7A078B4E47F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116A870-47C0-64EB-1184-15EAA5241D0A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4BDFE56-1BBD-E2F4-7C24-B589420EC17A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754E4A5-AAB0-ADE7-91C3-C3407D149848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50E931A7-8E84-9FF0-7665-784C06C2A9A3}"/>
              </a:ext>
            </a:extLst>
          </p:cNvPr>
          <p:cNvSpPr/>
          <p:nvPr/>
        </p:nvSpPr>
        <p:spPr>
          <a:xfrm>
            <a:off x="3010726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22A1E1D0-B79B-04E9-E503-B73E01991B3C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452142B5-3F89-8D3D-D452-48C726851D1F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BCADFBF-5F42-6280-0D19-F30B38F5DEF6}"/>
              </a:ext>
            </a:extLst>
          </p:cNvPr>
          <p:cNvSpPr/>
          <p:nvPr/>
        </p:nvSpPr>
        <p:spPr>
          <a:xfrm>
            <a:off x="7554571" y="4222545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F5B93EE-17D5-8666-63D3-A938A7EE771A}"/>
              </a:ext>
            </a:extLst>
          </p:cNvPr>
          <p:cNvSpPr/>
          <p:nvPr/>
        </p:nvSpPr>
        <p:spPr>
          <a:xfrm>
            <a:off x="6025601" y="4222545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9D4158E-D8D0-4514-959B-ACF29586AD8E}"/>
              </a:ext>
            </a:extLst>
          </p:cNvPr>
          <p:cNvSpPr txBox="1"/>
          <p:nvPr/>
        </p:nvSpPr>
        <p:spPr>
          <a:xfrm>
            <a:off x="5841727" y="5179296"/>
            <a:ext cx="61548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修正選択は一つのみ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「修正」ボタンで対象博物館の管理者画面に</a:t>
            </a:r>
          </a:p>
        </p:txBody>
      </p:sp>
    </p:spTree>
    <p:extLst>
      <p:ext uri="{BB962C8B-B14F-4D97-AF65-F5344CB8AC3E}">
        <p14:creationId xmlns:p14="http://schemas.microsoft.com/office/powerpoint/2010/main" val="37392715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811F8-422C-FD1B-A714-47C0E4666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210B2BF-1061-E6DB-EBD3-C49519853C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3415560-8DAB-3737-658F-98E84DD3E51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修正：展示物名入力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E36B698-1AC8-98C9-577F-5A604C51806C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A385A34-EB53-07A5-E1AE-14B8C2E959D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3704FD26-5B43-330C-B601-BB9B69ACB42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140782E-88AD-B677-FF49-C86BBDB9EF26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6B98A0AF-7F22-4D1D-6540-1944940D5E8A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5F436354-DE96-D8B7-FEF5-C4DF8612CEB4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9A9DDD9-BAA5-EC3C-89D4-27986E89027B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1E9E75C6-0FBA-282E-0C92-376512C0FFD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77D7879-18B7-627C-6CDE-DDB7119FF6BE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CFDF49-96BC-D36F-97CF-2B5103BBF9CA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404585D-781E-3C43-4F4A-EA7939121F5C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92A6EE1A-A51D-82E9-E944-C19DCC5F2379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A1C385C-F55F-3FB8-7C8B-3AD96B862A6F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988507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9F67A-EF15-2696-B840-76F96B4F8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9C0C61C-8568-101D-50E0-0623D37B225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A343C08-A8F5-EE08-F4BD-03A2E64B55A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61DD57A-23B8-1CBA-34BE-86BFC8BEC0C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44A8605A-DE5A-07F3-C682-C53D6997936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669AA25D-7A06-ACB9-8A76-69E1C98D4CF4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E276CBCF-7029-FA86-9EF9-FB061688F56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BB6215-4B5E-38BD-774C-B906DFC9C757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481D28B-F737-9EF8-72FE-5F90065DBF84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5F92EA2-03A0-73E2-8DA8-51DA50B7B255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B5DC4DA-066A-7198-6190-F2CA23082FE4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CFB2961-AD0D-8A4E-F03D-85B82E050EE8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674ED103-3CBA-091D-699E-7DF78D905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584426B7-1409-04CB-D612-AC71DC3AEBE4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21822663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83816-7B69-41CB-ADC6-C57438869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374D7C5-EB2C-58A2-FC40-BF78243F1B5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8DEB5FA-6A0F-5C6E-73D8-0F6E00C4E59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D926DB8-39D0-E7B8-3468-6F09A3A237A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912BEB1-7029-272E-4174-D34B9A43D7FC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BF113430-CE55-EF58-569B-6E5E96794839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92601AF4-B574-5C92-5E21-176E719C261D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53048A9-6CBD-3F33-6DAC-133CE4B82773}"/>
              </a:ext>
            </a:extLst>
          </p:cNvPr>
          <p:cNvSpPr/>
          <p:nvPr/>
        </p:nvSpPr>
        <p:spPr>
          <a:xfrm>
            <a:off x="2156239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OK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C17538A-E700-90AF-98E7-D9BB308BDD37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lang="en-US" altLang="ja-JP" dirty="0"/>
              <a:t>OK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D51F646-82BE-BC1A-DE4C-A54EBF2DA8D3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8A8BC2D5-5926-96EE-9452-3635B6C41A0B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D4B9F10-E5D6-2A09-8D13-AD838F194CCD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30217812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085EA-EE5A-3995-B30E-35F2DAE51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45B4D18-9214-71EA-A3B5-B1EFF566DC3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2E1903D-28AC-1AA9-1B85-9A04AE681026}"/>
              </a:ext>
            </a:extLst>
          </p:cNvPr>
          <p:cNvSpPr txBox="1"/>
          <p:nvPr/>
        </p:nvSpPr>
        <p:spPr>
          <a:xfrm>
            <a:off x="407504" y="198783"/>
            <a:ext cx="4899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アプリケーションとシステムの連携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719DAAD-586F-673C-D658-7955ECB95287}"/>
              </a:ext>
            </a:extLst>
          </p:cNvPr>
          <p:cNvSpPr/>
          <p:nvPr/>
        </p:nvSpPr>
        <p:spPr>
          <a:xfrm>
            <a:off x="2236304" y="2176392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リーダー</a:t>
            </a:r>
          </a:p>
        </p:txBody>
      </p:sp>
      <p:pic>
        <p:nvPicPr>
          <p:cNvPr id="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AF49899-83AF-13D4-E81F-C08D0295D2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287" y="2186601"/>
            <a:ext cx="749487" cy="705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F190876D-C9FD-5149-4074-E4C48B80FE3D}"/>
              </a:ext>
            </a:extLst>
          </p:cNvPr>
          <p:cNvCxnSpPr>
            <a:stCxn id="7" idx="3"/>
            <a:endCxn id="3" idx="1"/>
          </p:cNvCxnSpPr>
          <p:nvPr/>
        </p:nvCxnSpPr>
        <p:spPr>
          <a:xfrm flipV="1">
            <a:off x="1669774" y="2534197"/>
            <a:ext cx="566530" cy="5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7E0DF062-9394-EA37-7F4D-1DEB1F3390FE}"/>
              </a:ext>
            </a:extLst>
          </p:cNvPr>
          <p:cNvCxnSpPr>
            <a:cxnSpLocks/>
            <a:stCxn id="3" idx="3"/>
            <a:endCxn id="22" idx="1"/>
          </p:cNvCxnSpPr>
          <p:nvPr/>
        </p:nvCxnSpPr>
        <p:spPr>
          <a:xfrm flipV="1">
            <a:off x="4055165" y="2534189"/>
            <a:ext cx="2350605" cy="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52FD92A-ED86-42F7-DB2B-91229B9EBB91}"/>
              </a:ext>
            </a:extLst>
          </p:cNvPr>
          <p:cNvSpPr txBox="1"/>
          <p:nvPr/>
        </p:nvSpPr>
        <p:spPr>
          <a:xfrm>
            <a:off x="4055165" y="218660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URL</a:t>
            </a:r>
            <a:r>
              <a:rPr lang="ja-JP" altLang="en-US" dirty="0"/>
              <a:t>通知</a:t>
            </a:r>
            <a:endParaRPr kumimoji="1" lang="ja-JP" altLang="en-US" dirty="0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5D8FD5A1-1216-D5EF-FBA1-D2680DAA902E}"/>
              </a:ext>
            </a:extLst>
          </p:cNvPr>
          <p:cNvSpPr/>
          <p:nvPr/>
        </p:nvSpPr>
        <p:spPr>
          <a:xfrm>
            <a:off x="6405770" y="2176384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URL</a:t>
            </a:r>
            <a:r>
              <a:rPr kumimoji="1" lang="ja-JP" altLang="en-US" sz="1200" dirty="0">
                <a:solidFill>
                  <a:schemeClr val="tx1"/>
                </a:solidFill>
              </a:rPr>
              <a:t>から表示内容を確定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4D2C61C-B5C0-7E01-5752-619F824F3DEF}"/>
              </a:ext>
            </a:extLst>
          </p:cNvPr>
          <p:cNvSpPr/>
          <p:nvPr/>
        </p:nvSpPr>
        <p:spPr>
          <a:xfrm>
            <a:off x="6405770" y="3860370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画面構築</a:t>
            </a: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D7B1CFE8-B714-50BE-FC93-AD0D96FFF535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>
            <a:off x="7400513" y="2891993"/>
            <a:ext cx="0" cy="9683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350A5490-2AB6-A694-B463-EA6A203CBCB3}"/>
              </a:ext>
            </a:extLst>
          </p:cNvPr>
          <p:cNvCxnSpPr>
            <a:cxnSpLocks/>
            <a:stCxn id="24" idx="1"/>
            <a:endCxn id="31" idx="3"/>
          </p:cNvCxnSpPr>
          <p:nvPr/>
        </p:nvCxnSpPr>
        <p:spPr>
          <a:xfrm flipH="1">
            <a:off x="4055165" y="4218175"/>
            <a:ext cx="235060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CD4CBD29-CDCC-5459-79E1-2620CEB73053}"/>
              </a:ext>
            </a:extLst>
          </p:cNvPr>
          <p:cNvSpPr/>
          <p:nvPr/>
        </p:nvSpPr>
        <p:spPr>
          <a:xfrm>
            <a:off x="2236304" y="3860371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ブラウザで画面表示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09C74A2-2A19-426A-E08D-57ADA2A7CF44}"/>
              </a:ext>
            </a:extLst>
          </p:cNvPr>
          <p:cNvSpPr txBox="1"/>
          <p:nvPr/>
        </p:nvSpPr>
        <p:spPr>
          <a:xfrm>
            <a:off x="2375452" y="146105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アプリ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D2019330-ECAC-CD3F-6FBF-27AA004C5D9C}"/>
              </a:ext>
            </a:extLst>
          </p:cNvPr>
          <p:cNvSpPr txBox="1"/>
          <p:nvPr/>
        </p:nvSpPr>
        <p:spPr>
          <a:xfrm>
            <a:off x="6831495" y="144924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サーバー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993193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 sz="12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4737</TotalTime>
  <Words>1833</Words>
  <Application>Microsoft Office PowerPoint</Application>
  <PresentationFormat>ワイド画面</PresentationFormat>
  <Paragraphs>441</Paragraphs>
  <Slides>41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41</vt:i4>
      </vt:variant>
    </vt:vector>
  </HeadingPairs>
  <TitlesOfParts>
    <vt:vector size="46" baseType="lpstr">
      <vt:lpstr>游ゴシック</vt:lpstr>
      <vt:lpstr>游ゴシック Light</vt:lpstr>
      <vt:lpstr>Arial</vt:lpstr>
      <vt:lpstr>Wingdings</vt:lpstr>
      <vt:lpstr>Office テーマ</vt:lpstr>
      <vt:lpstr>博物館アプリ企画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takayuki matsunaga</dc:creator>
  <cp:lastModifiedBy>takayuki matsunaga</cp:lastModifiedBy>
  <cp:revision>12</cp:revision>
  <cp:lastPrinted>2026-01-26T23:21:29Z</cp:lastPrinted>
  <dcterms:created xsi:type="dcterms:W3CDTF">2026-01-03T04:55:58Z</dcterms:created>
  <dcterms:modified xsi:type="dcterms:W3CDTF">2026-01-27T14:28:09Z</dcterms:modified>
</cp:coreProperties>
</file>