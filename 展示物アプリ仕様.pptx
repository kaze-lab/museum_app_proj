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33" r:id="rId14"/>
    <p:sldId id="300" r:id="rId15"/>
    <p:sldId id="301" r:id="rId16"/>
    <p:sldId id="320" r:id="rId17"/>
    <p:sldId id="303" r:id="rId18"/>
    <p:sldId id="307" r:id="rId19"/>
    <p:sldId id="308" r:id="rId20"/>
    <p:sldId id="304" r:id="rId21"/>
    <p:sldId id="305" r:id="rId22"/>
    <p:sldId id="306" r:id="rId23"/>
    <p:sldId id="309" r:id="rId24"/>
    <p:sldId id="310" r:id="rId25"/>
    <p:sldId id="311" r:id="rId26"/>
    <p:sldId id="313" r:id="rId27"/>
    <p:sldId id="312" r:id="rId28"/>
    <p:sldId id="314" r:id="rId29"/>
    <p:sldId id="315" r:id="rId30"/>
    <p:sldId id="316" r:id="rId31"/>
    <p:sldId id="317" r:id="rId32"/>
    <p:sldId id="318" r:id="rId33"/>
    <p:sldId id="331" r:id="rId34"/>
    <p:sldId id="332" r:id="rId35"/>
    <p:sldId id="319" r:id="rId36"/>
    <p:sldId id="330" r:id="rId37"/>
    <p:sldId id="334" r:id="rId38"/>
    <p:sldId id="322" r:id="rId39"/>
    <p:sldId id="323" r:id="rId40"/>
    <p:sldId id="324" r:id="rId41"/>
    <p:sldId id="325" r:id="rId42"/>
    <p:sldId id="328" r:id="rId43"/>
    <p:sldId id="329" r:id="rId44"/>
    <p:sldId id="335" r:id="rId45"/>
    <p:sldId id="336" r:id="rId46"/>
    <p:sldId id="337" r:id="rId47"/>
    <p:sldId id="338" r:id="rId48"/>
    <p:sldId id="339" r:id="rId49"/>
    <p:sldId id="321" r:id="rId50"/>
    <p:sldId id="326" r:id="rId51"/>
    <p:sldId id="327" r:id="rId52"/>
    <p:sldId id="302" r:id="rId53"/>
    <p:sldId id="268" r:id="rId54"/>
    <p:sldId id="273" r:id="rId55"/>
    <p:sldId id="276" r:id="rId56"/>
    <p:sldId id="277" r:id="rId57"/>
    <p:sldId id="284" r:id="rId58"/>
    <p:sldId id="278" r:id="rId59"/>
    <p:sldId id="279" r:id="rId60"/>
    <p:sldId id="280" r:id="rId61"/>
    <p:sldId id="281" r:id="rId62"/>
    <p:sldId id="282" r:id="rId63"/>
    <p:sldId id="283" r:id="rId64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2035053" y="5426591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016649" y="5837652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781857" y="6289885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A23556-6241-B44B-32FC-8104EEA6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47" y="834530"/>
            <a:ext cx="3524885" cy="45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217E2-65B4-6608-274A-F954DB5A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7015472-4F65-554A-BE31-291CC0553DD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5CB9B-D8B8-1C5D-1244-4C8057146B3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373865-CF5C-E5B8-E934-48021BEDC8B2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AD5CFE3-0C40-8D0A-9F14-32CCA807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A269E79B-CD53-FAA2-4972-A8C6A0B7354A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25F23E-6C1C-C144-AE6F-7CF964F3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061" y="864530"/>
            <a:ext cx="4152381" cy="5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10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487016" y="231582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A95BF0-3B75-8198-43ED-4C502865F90B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博物館の名称や住所などの基本情報を登録する</a:t>
            </a:r>
          </a:p>
        </p:txBody>
      </p:sp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B0-5627-4CF0-0034-B345DBC72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13D5B30-40B6-FE8C-87A7-B218BEEB7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95" y="904462"/>
            <a:ext cx="4685953" cy="4939749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B92BD38-977F-8C89-52D8-B0C92DF5CEE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542730-E4B4-9EDF-6EEA-BAB96BD4589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4D81FAC-0C0F-4B1E-82B0-0FCF21FC8455}"/>
              </a:ext>
            </a:extLst>
          </p:cNvPr>
          <p:cNvSpPr/>
          <p:nvPr/>
        </p:nvSpPr>
        <p:spPr>
          <a:xfrm>
            <a:off x="6625043" y="3046347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日本語から英語、中国語に変換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CD23E81-F298-A944-72B9-802C0D2D47A3}"/>
              </a:ext>
            </a:extLst>
          </p:cNvPr>
          <p:cNvSpPr/>
          <p:nvPr/>
        </p:nvSpPr>
        <p:spPr>
          <a:xfrm>
            <a:off x="4910236" y="3200402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B8326C9-0F16-3FB3-2E9E-C58C430BE8BE}"/>
              </a:ext>
            </a:extLst>
          </p:cNvPr>
          <p:cNvSpPr/>
          <p:nvPr/>
        </p:nvSpPr>
        <p:spPr>
          <a:xfrm>
            <a:off x="1679711" y="5347263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43DBD95F-A8CF-FC19-9DFB-9B18A54BA70B}"/>
              </a:ext>
            </a:extLst>
          </p:cNvPr>
          <p:cNvSpPr/>
          <p:nvPr/>
        </p:nvSpPr>
        <p:spPr>
          <a:xfrm>
            <a:off x="3616187" y="5347263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1644077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87E5-F282-76EF-3D1E-75248E92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37F6F70-C6B9-7630-978F-784381DF6CF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196F7D-AE5E-FE9B-1FA1-B08F1962870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1AECE20-13A1-84C3-21F4-EF2AF22B4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39A2966-3F03-4599-AB6B-F55E12E14FE8}"/>
              </a:ext>
            </a:extLst>
          </p:cNvPr>
          <p:cNvSpPr/>
          <p:nvPr/>
        </p:nvSpPr>
        <p:spPr>
          <a:xfrm>
            <a:off x="3279912" y="240527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5B5143-E491-0CB2-D906-02BE21A47137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展示物の説明や追加削除を行う</a:t>
            </a:r>
          </a:p>
        </p:txBody>
      </p:sp>
    </p:spTree>
    <p:extLst>
      <p:ext uri="{BB962C8B-B14F-4D97-AF65-F5344CB8AC3E}">
        <p14:creationId xmlns:p14="http://schemas.microsoft.com/office/powerpoint/2010/main" val="672069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7957A3-1180-78B3-7013-511B5132375E}"/>
              </a:ext>
            </a:extLst>
          </p:cNvPr>
          <p:cNvSpPr txBox="1"/>
          <p:nvPr/>
        </p:nvSpPr>
        <p:spPr>
          <a:xfrm>
            <a:off x="407503" y="944217"/>
            <a:ext cx="1063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登録済み展示物の一覧を見ることができる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542F8B9-C088-3DB3-BB87-D09D968AB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73" y="1502391"/>
            <a:ext cx="11523809" cy="2771429"/>
          </a:xfrm>
          <a:prstGeom prst="rect">
            <a:avLst/>
          </a:prstGeom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ABD32821-3D0D-14D6-EC5A-5C8C514B51AA}"/>
              </a:ext>
            </a:extLst>
          </p:cNvPr>
          <p:cNvSpPr/>
          <p:nvPr/>
        </p:nvSpPr>
        <p:spPr>
          <a:xfrm>
            <a:off x="9571382" y="3379297"/>
            <a:ext cx="2484783" cy="108336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E0FE88E4-35B5-F3C1-ABDB-ECF5925ADF27}"/>
              </a:ext>
            </a:extLst>
          </p:cNvPr>
          <p:cNvSpPr/>
          <p:nvPr/>
        </p:nvSpPr>
        <p:spPr>
          <a:xfrm>
            <a:off x="8110330" y="4989443"/>
            <a:ext cx="3200400" cy="606287"/>
          </a:xfrm>
          <a:prstGeom prst="wedgeRectCallout">
            <a:avLst>
              <a:gd name="adj1" fmla="val 18919"/>
              <a:gd name="adj2" fmla="val -106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マウスオーバーライド</a:t>
            </a:r>
          </a:p>
        </p:txBody>
      </p:sp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73DB4-381C-DC97-F961-A3AF0316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7F27F1B-D684-EDCA-3942-0C0984B6ECD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7913D5-3635-471E-1827-E06D38D66A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A029BCB-148F-5142-57A1-473B2C5D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409A4C7-0F0D-220C-091D-0398B73A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B1D19712-3C76-1C2A-567D-E3A133221831}"/>
              </a:ext>
            </a:extLst>
          </p:cNvPr>
          <p:cNvSpPr/>
          <p:nvPr/>
        </p:nvSpPr>
        <p:spPr>
          <a:xfrm>
            <a:off x="4470853" y="2237141"/>
            <a:ext cx="1035425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037986-6E61-C85E-62C8-12765687C321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新規登録ボタン</a:t>
            </a:r>
          </a:p>
        </p:txBody>
      </p:sp>
    </p:spTree>
    <p:extLst>
      <p:ext uri="{BB962C8B-B14F-4D97-AF65-F5344CB8AC3E}">
        <p14:creationId xmlns:p14="http://schemas.microsoft.com/office/powerpoint/2010/main" val="3156457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68F88-46BE-07D8-2D1B-E23711BB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D8F2490-6F93-1EC2-46EB-6734CB5AB70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1579A4B-C822-812D-2166-52C89B846EF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新規展示物の修正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2683245-238C-EAF8-6917-D454F4F6C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177F61A-E74C-D666-FE64-5FB34E7FD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FDA49159-E62A-57D0-F853-712E453409F0}"/>
              </a:ext>
            </a:extLst>
          </p:cNvPr>
          <p:cNvSpPr/>
          <p:nvPr/>
        </p:nvSpPr>
        <p:spPr>
          <a:xfrm>
            <a:off x="4113046" y="3787645"/>
            <a:ext cx="498712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4A214E4-D806-BB1F-C7F5-43F72B55260E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登録した展示物の収支絵</a:t>
            </a:r>
          </a:p>
        </p:txBody>
      </p:sp>
    </p:spTree>
    <p:extLst>
      <p:ext uri="{BB962C8B-B14F-4D97-AF65-F5344CB8AC3E}">
        <p14:creationId xmlns:p14="http://schemas.microsoft.com/office/powerpoint/2010/main" val="3430118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1311965" y="4329282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F0A54F-FDB5-4B87-CDF5-AE84AAA17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56" y="2214850"/>
            <a:ext cx="7571428" cy="1295238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523383" y="2697968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4547DE3-63FD-0BFE-76AB-812181256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73" y="1502391"/>
            <a:ext cx="11523809" cy="2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7D8A2AB-ECD1-7C02-D308-5FA58CDF0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43" y="1786452"/>
            <a:ext cx="11523809" cy="2771429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11283091" y="3876261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FFBE-05BE-3D70-A8E9-2B6B94906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0641506-448A-61FD-4AC2-37E4D26DD9E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4882D6-8E19-D257-5CCE-B16061323D86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アプリケーション：トップページ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B82411-D94F-0205-7086-43FFB7072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413" y="755374"/>
            <a:ext cx="4629900" cy="601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01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B5A8-9ED5-C1F0-603A-33AB66CB2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DBE91DE-3BF2-910A-9FCD-E8DC237B740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AAE5E0-8D18-29EB-5350-AAB1F55512A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アプリケーション：選択した博物館がリニューアル中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25C78B8-99EB-03BE-ADC3-5F4E854DE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856" y="755374"/>
            <a:ext cx="5485714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8616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71A9-A057-7463-E225-B11875A6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1BFECD2-DE03-4830-6273-F51FA706DC0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DC2C59-2227-9A57-F9B0-D221146AA2D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アプリケーション：博物館トップ→博物館情報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B7B804-655B-BE24-50D8-D55717BEC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809" y="838896"/>
            <a:ext cx="4362982" cy="5647248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1BD7A1EB-6DCC-F6F4-FABF-F1A7D4E4C0F8}"/>
              </a:ext>
            </a:extLst>
          </p:cNvPr>
          <p:cNvSpPr/>
          <p:nvPr/>
        </p:nvSpPr>
        <p:spPr>
          <a:xfrm>
            <a:off x="5237922" y="838896"/>
            <a:ext cx="625869" cy="36373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7996F18-CFDA-8102-93DA-739AC1F71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924" y="1057573"/>
            <a:ext cx="4380952" cy="5428571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E6A1CF07-9963-CF6B-C89F-3E80D23A817E}"/>
              </a:ext>
            </a:extLst>
          </p:cNvPr>
          <p:cNvSpPr/>
          <p:nvPr/>
        </p:nvSpPr>
        <p:spPr>
          <a:xfrm>
            <a:off x="6094322" y="859738"/>
            <a:ext cx="452230" cy="71561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4280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F342-51A9-CE3C-6EAB-9772E1044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EC6228A-0121-FC07-B789-0C65533230F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4EF42F-65C8-2480-C5C4-56A8D232D6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アプリケーション：博物館トップ→展示物選択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1C8209-AE9A-A898-A43C-97009203A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809" y="838896"/>
            <a:ext cx="4362982" cy="5647248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46D1F6D7-C24A-7B79-E8C3-E3907466631B}"/>
              </a:ext>
            </a:extLst>
          </p:cNvPr>
          <p:cNvSpPr/>
          <p:nvPr/>
        </p:nvSpPr>
        <p:spPr>
          <a:xfrm>
            <a:off x="1580322" y="1669774"/>
            <a:ext cx="3081130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6AB584E0-2C7B-EC18-4E48-AFAED8639176}"/>
              </a:ext>
            </a:extLst>
          </p:cNvPr>
          <p:cNvSpPr/>
          <p:nvPr/>
        </p:nvSpPr>
        <p:spPr>
          <a:xfrm>
            <a:off x="6094322" y="859738"/>
            <a:ext cx="452230" cy="71561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605DB9A-CC48-CA8C-90EC-44166C12B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4775" y="655641"/>
            <a:ext cx="4008438" cy="620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029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E6A68-F530-7FAD-ACBA-EA86564D8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B4B29F2-D90B-D61E-5E67-DBAF1F22BC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AF923A-63D3-09DF-62F0-2CE27342898C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アプリケーション：展示物表示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2DCBFFD-BE38-8E47-86B4-BC5FE753E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403" y="1053548"/>
            <a:ext cx="3622812" cy="5605669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4DC6F838-41A9-9EF5-77FD-5A8A024A308B}"/>
              </a:ext>
            </a:extLst>
          </p:cNvPr>
          <p:cNvSpPr/>
          <p:nvPr/>
        </p:nvSpPr>
        <p:spPr>
          <a:xfrm>
            <a:off x="4871809" y="3642690"/>
            <a:ext cx="1143000" cy="42738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C6E1EE47-BEF1-E463-296B-035F02CA4D29}"/>
              </a:ext>
            </a:extLst>
          </p:cNvPr>
          <p:cNvSpPr/>
          <p:nvPr/>
        </p:nvSpPr>
        <p:spPr>
          <a:xfrm>
            <a:off x="2027583" y="3185492"/>
            <a:ext cx="1540566" cy="487015"/>
          </a:xfrm>
          <a:prstGeom prst="wedgeRectCallout">
            <a:avLst>
              <a:gd name="adj1" fmla="val 115122"/>
              <a:gd name="adj2" fmla="val 859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言語選択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2531BECD-DE0B-E5B5-069F-FE3E903F8702}"/>
              </a:ext>
            </a:extLst>
          </p:cNvPr>
          <p:cNvSpPr/>
          <p:nvPr/>
        </p:nvSpPr>
        <p:spPr>
          <a:xfrm>
            <a:off x="1574927" y="4272171"/>
            <a:ext cx="1540566" cy="487015"/>
          </a:xfrm>
          <a:prstGeom prst="wedgeRectCallout">
            <a:avLst>
              <a:gd name="adj1" fmla="val 118993"/>
              <a:gd name="adj2" fmla="val 2884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0D6BF0A-06D5-DC93-FD84-DE7E8EF504A0}"/>
              </a:ext>
            </a:extLst>
          </p:cNvPr>
          <p:cNvSpPr/>
          <p:nvPr/>
        </p:nvSpPr>
        <p:spPr>
          <a:xfrm>
            <a:off x="8506196" y="4272171"/>
            <a:ext cx="1540566" cy="487015"/>
          </a:xfrm>
          <a:prstGeom prst="wedgeRectCallout">
            <a:avLst>
              <a:gd name="adj1" fmla="val -93265"/>
              <a:gd name="adj2" fmla="val 1349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展示物説明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61CFB97-5B6F-435D-6791-380A11E7E15F}"/>
              </a:ext>
            </a:extLst>
          </p:cNvPr>
          <p:cNvSpPr/>
          <p:nvPr/>
        </p:nvSpPr>
        <p:spPr>
          <a:xfrm>
            <a:off x="9036283" y="5428423"/>
            <a:ext cx="1540566" cy="487015"/>
          </a:xfrm>
          <a:prstGeom prst="wedgeRectCallout">
            <a:avLst>
              <a:gd name="adj1" fmla="val -204878"/>
              <a:gd name="adj2" fmla="val 15946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コードリーダー</a:t>
            </a:r>
          </a:p>
        </p:txBody>
      </p:sp>
    </p:spTree>
    <p:extLst>
      <p:ext uri="{BB962C8B-B14F-4D97-AF65-F5344CB8AC3E}">
        <p14:creationId xmlns:p14="http://schemas.microsoft.com/office/powerpoint/2010/main" val="33011992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14608</TotalTime>
  <Words>1629</Words>
  <Application>Microsoft Office PowerPoint</Application>
  <PresentationFormat>ワイド画面</PresentationFormat>
  <Paragraphs>329</Paragraphs>
  <Slides>63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63</vt:i4>
      </vt:variant>
    </vt:vector>
  </HeadingPairs>
  <TitlesOfParts>
    <vt:vector size="68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29</cp:revision>
  <cp:lastPrinted>2026-02-09T09:04:41Z</cp:lastPrinted>
  <dcterms:created xsi:type="dcterms:W3CDTF">2026-01-03T04:55:58Z</dcterms:created>
  <dcterms:modified xsi:type="dcterms:W3CDTF">2026-02-12T05:18:00Z</dcterms:modified>
</cp:coreProperties>
</file>