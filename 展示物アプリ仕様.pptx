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33" r:id="rId14"/>
    <p:sldId id="300" r:id="rId15"/>
    <p:sldId id="301" r:id="rId16"/>
    <p:sldId id="320" r:id="rId17"/>
    <p:sldId id="303" r:id="rId18"/>
    <p:sldId id="307" r:id="rId19"/>
    <p:sldId id="308" r:id="rId20"/>
    <p:sldId id="304" r:id="rId21"/>
    <p:sldId id="305" r:id="rId22"/>
    <p:sldId id="306" r:id="rId23"/>
    <p:sldId id="309" r:id="rId24"/>
    <p:sldId id="310" r:id="rId25"/>
    <p:sldId id="311" r:id="rId26"/>
    <p:sldId id="313" r:id="rId27"/>
    <p:sldId id="312" r:id="rId28"/>
    <p:sldId id="314" r:id="rId29"/>
    <p:sldId id="315" r:id="rId30"/>
    <p:sldId id="316" r:id="rId31"/>
    <p:sldId id="317" r:id="rId32"/>
    <p:sldId id="318" r:id="rId33"/>
    <p:sldId id="331" r:id="rId34"/>
    <p:sldId id="332" r:id="rId35"/>
    <p:sldId id="319" r:id="rId36"/>
    <p:sldId id="330" r:id="rId37"/>
    <p:sldId id="334" r:id="rId38"/>
    <p:sldId id="322" r:id="rId39"/>
    <p:sldId id="323" r:id="rId40"/>
    <p:sldId id="324" r:id="rId41"/>
    <p:sldId id="325" r:id="rId42"/>
    <p:sldId id="328" r:id="rId43"/>
    <p:sldId id="329" r:id="rId44"/>
    <p:sldId id="335" r:id="rId45"/>
    <p:sldId id="336" r:id="rId46"/>
    <p:sldId id="337" r:id="rId47"/>
    <p:sldId id="338" r:id="rId48"/>
    <p:sldId id="339" r:id="rId49"/>
    <p:sldId id="321" r:id="rId50"/>
    <p:sldId id="326" r:id="rId51"/>
    <p:sldId id="327" r:id="rId52"/>
    <p:sldId id="302" r:id="rId53"/>
    <p:sldId id="268" r:id="rId54"/>
    <p:sldId id="273" r:id="rId55"/>
    <p:sldId id="276" r:id="rId56"/>
    <p:sldId id="277" r:id="rId57"/>
    <p:sldId id="284" r:id="rId58"/>
    <p:sldId id="278" r:id="rId59"/>
    <p:sldId id="279" r:id="rId60"/>
    <p:sldId id="280" r:id="rId61"/>
    <p:sldId id="281" r:id="rId62"/>
    <p:sldId id="282" r:id="rId63"/>
    <p:sldId id="283" r:id="rId64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42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137" y="1979610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89076" y="5098787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42844" y="4649572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67064" y="3406418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93EAE48-9704-20BE-2E00-EBF26D19A263}"/>
              </a:ext>
            </a:extLst>
          </p:cNvPr>
          <p:cNvSpPr txBox="1"/>
          <p:nvPr/>
        </p:nvSpPr>
        <p:spPr>
          <a:xfrm>
            <a:off x="6967330" y="1520687"/>
            <a:ext cx="2494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07504" y="3841659"/>
            <a:ext cx="109625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endParaRPr lang="en-US" altLang="ja-JP" sz="1200" dirty="0"/>
          </a:p>
          <a:p>
            <a:r>
              <a:rPr lang="ja-JP" altLang="en-US" sz="1200" dirty="0"/>
              <a:t>　　</a:t>
            </a:r>
            <a:r>
              <a:rPr lang="en-US" altLang="ja-JP" sz="1200" dirty="0"/>
              <a:t>3</a:t>
            </a:r>
            <a:r>
              <a:rPr lang="ja-JP" altLang="en-US" sz="1200"/>
              <a:t>）データ編集者は編集者や博物館管理者などの追加・削除はできない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2035053" y="5426591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016649" y="5837652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781857" y="6289885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7A23556-6241-B44B-32FC-8104EEA6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47" y="834530"/>
            <a:ext cx="3524885" cy="45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スーパーバイザー：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段階認証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217E2-65B4-6608-274A-F954DB5AA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7015472-4F65-554A-BE31-291CC0553DD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65CB9B-D8B8-1C5D-1244-4C8057146B3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0373865-CF5C-E5B8-E934-48021BEDC8B2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AD5CFE3-0C40-8D0A-9F14-32CCA8071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A269E79B-CD53-FAA2-4972-A8C6A0B7354A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425F23E-6C1C-C144-AE6F-7CF964F33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061" y="864530"/>
            <a:ext cx="4152381" cy="52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810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2DB2-66D3-31CA-FD1F-670CF2B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4111E23-DE30-72AA-B8DF-1B6722F3BD9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2ECA1-3A47-DDB0-5346-DFD7EFE6B73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スーパーバイザー：ログイン後、博物館が登録された状態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174E75B-BA8B-4545-9585-C4C68FC02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238" y="1557571"/>
            <a:ext cx="8609524" cy="3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510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3BA1C-79B2-4248-9A0B-03C35CE71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8BDCF8-BB0C-9B9E-EADA-7FD44C708EE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C033F2-2239-2153-5ACC-F1C7B9AD2F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スーパーバイザー：システム基本設定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9789138-5CCD-50C0-413B-A65E8EFB4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24092"/>
            <a:ext cx="4592612" cy="521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119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DFC7-2580-7F0B-3973-C8D7E43D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575F356-13CC-2CE3-111A-B081BA5B5A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7A180-03A6-FEAC-C3AF-8F27567300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F0E203D-7057-9772-F2C8-3EAB8EB1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104" y="7760"/>
            <a:ext cx="5777867" cy="685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15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B5E-ED3F-6AA4-3033-7535CA0A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77F2282-1027-DC7D-8344-0E73D003000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05DE3B-66D0-6CB7-EAC4-53DFC2FC6CF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スーパーバイザー：博物館の新規登録（博物館名の重複禁止）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BE8FD46-43F3-52E1-A3D9-A3FD3322E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942634"/>
            <a:ext cx="7390476" cy="38476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80C88B-1D49-B66A-230E-6C620DA12C36}"/>
              </a:ext>
            </a:extLst>
          </p:cNvPr>
          <p:cNvSpPr txBox="1"/>
          <p:nvPr/>
        </p:nvSpPr>
        <p:spPr>
          <a:xfrm>
            <a:off x="745435" y="5029200"/>
            <a:ext cx="996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同一名称の博物館名の登録はできません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「かな」は同一名称でも登録可能です</a:t>
            </a:r>
          </a:p>
        </p:txBody>
      </p:sp>
    </p:spTree>
    <p:extLst>
      <p:ext uri="{BB962C8B-B14F-4D97-AF65-F5344CB8AC3E}">
        <p14:creationId xmlns:p14="http://schemas.microsoft.com/office/powerpoint/2010/main" val="10866469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B5E40-0C00-DD09-0A5B-E06DC78F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6204220-83B0-59C7-C070-AC86B0E6468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DA79F-3BAE-6FB8-B947-D5043250348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スーパーバイザー：博物館の新規登録（複数館同一管理者登録）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79F7589-A4EF-97B0-FEA7-72C69CBB3BF1}"/>
              </a:ext>
            </a:extLst>
          </p:cNvPr>
          <p:cNvSpPr txBox="1"/>
          <p:nvPr/>
        </p:nvSpPr>
        <p:spPr>
          <a:xfrm>
            <a:off x="668446" y="3975652"/>
            <a:ext cx="996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複数の博物館に同一の管理者を登録することが可能です。</a:t>
            </a:r>
          </a:p>
        </p:txBody>
      </p:sp>
      <p:pic>
        <p:nvPicPr>
          <p:cNvPr id="3" name="図 2" descr="グラフィカル ユーザー インターフェイス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4213916-96F9-367B-E941-E8EC2DBD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48" y="1457815"/>
            <a:ext cx="5838095" cy="1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684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11F1-F304-40E8-6A7B-3E6513CC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0D0F2E-1A7D-95F4-3AF6-0B4903C286B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D5CA193-749A-2C4C-8C52-6F235F0DF83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E42CBEB-3762-9CB8-8758-DF6F6D196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89" y="1149042"/>
            <a:ext cx="8657143" cy="3923809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6C4EE685-B4B1-7141-4B68-30A0300D52C4}"/>
              </a:ext>
            </a:extLst>
          </p:cNvPr>
          <p:cNvSpPr/>
          <p:nvPr/>
        </p:nvSpPr>
        <p:spPr>
          <a:xfrm>
            <a:off x="8706678" y="4084984"/>
            <a:ext cx="636106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33D95B-3242-6B5C-52E3-688FFAD96F33}"/>
              </a:ext>
            </a:extLst>
          </p:cNvPr>
          <p:cNvSpPr txBox="1"/>
          <p:nvPr/>
        </p:nvSpPr>
        <p:spPr>
          <a:xfrm>
            <a:off x="5928692" y="5917960"/>
            <a:ext cx="6828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削除ボタンで対象の博物館がゴミ箱に移動する</a:t>
            </a: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7AEB6B3-EAB0-68A0-6E63-B80C1DDD1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183" y="5388340"/>
            <a:ext cx="4295238" cy="1428571"/>
          </a:xfrm>
          <a:prstGeom prst="rect">
            <a:avLst/>
          </a:prstGeom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F27DFB3-2277-5004-C330-023F246723B6}"/>
              </a:ext>
            </a:extLst>
          </p:cNvPr>
          <p:cNvCxnSpPr/>
          <p:nvPr/>
        </p:nvCxnSpPr>
        <p:spPr>
          <a:xfrm flipH="1">
            <a:off x="5723360" y="4512366"/>
            <a:ext cx="3102588" cy="1093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0863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98A7-FF46-A37A-5C55-AD914A884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0AEC8D2-0E2C-3505-5497-9B53F17AA81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5B143E-A6B8-AE5A-13D2-3136F4BF9CF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75641E4-46D8-0985-DB1F-BAB49A41A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000" y="1243285"/>
            <a:ext cx="8600000" cy="4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8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5046-9942-9E32-9B21-6EF43CDA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4E8C27B-F6A8-4CBB-B5B9-AFAE4F90330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33C0B1-204C-23D2-BBBD-8724BEEC648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スーパーバイザー：ゴミ箱の確認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BEBD5BE-6FEF-DBCF-0C83-0B476CD7F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24" y="1140900"/>
            <a:ext cx="7742857" cy="2866667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52C247-D444-A6AF-8005-6621547EEFBC}"/>
              </a:ext>
            </a:extLst>
          </p:cNvPr>
          <p:cNvSpPr txBox="1"/>
          <p:nvPr/>
        </p:nvSpPr>
        <p:spPr>
          <a:xfrm>
            <a:off x="735496" y="4442791"/>
            <a:ext cx="103267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日の間保持され、その後自動的に削除される</a:t>
            </a:r>
            <a:br>
              <a:rPr kumimoji="1" lang="en-US" altLang="ja-JP" dirty="0"/>
            </a:br>
            <a:r>
              <a:rPr kumimoji="1" lang="ja-JP" altLang="en-US" dirty="0"/>
              <a:t>元に戻すボタンで、復活</a:t>
            </a:r>
            <a:endParaRPr kumimoji="1" lang="en-US" altLang="ja-JP" dirty="0"/>
          </a:p>
          <a:p>
            <a:r>
              <a:rPr kumimoji="1" lang="ja-JP" altLang="en-US" dirty="0"/>
              <a:t>完全削除でゴミ箱から廃棄</a:t>
            </a:r>
          </a:p>
        </p:txBody>
      </p:sp>
    </p:spTree>
    <p:extLst>
      <p:ext uri="{BB962C8B-B14F-4D97-AF65-F5344CB8AC3E}">
        <p14:creationId xmlns:p14="http://schemas.microsoft.com/office/powerpoint/2010/main" val="2685259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B525-5B63-98F7-7044-917B6ADF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505F87C-C6BA-8C71-ADF6-4D212BF49DC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3C887B1-B823-F45C-43AB-1037B7097E0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博物館管理者：招待画面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507BD5-63D8-E770-83D4-9D6EB926BE42}"/>
              </a:ext>
            </a:extLst>
          </p:cNvPr>
          <p:cNvSpPr txBox="1"/>
          <p:nvPr/>
        </p:nvSpPr>
        <p:spPr>
          <a:xfrm>
            <a:off x="407503" y="939248"/>
            <a:ext cx="1123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招待メールが届くので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7989408-7E4E-71BA-1192-ADC9DF62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1344931"/>
            <a:ext cx="4580952" cy="5314286"/>
          </a:xfrm>
          <a:prstGeom prst="rect">
            <a:avLst/>
          </a:prstGeom>
        </p:spPr>
      </p:pic>
      <p:pic>
        <p:nvPicPr>
          <p:cNvPr id="10" name="図 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70B781A3-4301-7B8B-7CBA-EC13458C1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488" y="2525541"/>
            <a:ext cx="4628571" cy="2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946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F1621-C828-7F76-F293-C0C5AD38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DFCBCD3-AEE2-EE64-5C04-BC88320435A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7173F8-2ED0-6F29-7F59-FD50A7B62D5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博物館管理者：ログイン画面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E7250C9-085E-BF49-8540-5F121BAE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12" y="1193340"/>
            <a:ext cx="4447619" cy="3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9226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C021-4BF9-D42F-E497-79F3063A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61FC78-7DC3-02AF-87B1-96BE8B2D66D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7B9FA8-B490-228A-79F5-89349EC9EBE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0DA26FF-0667-FD1A-4EC8-7A072470D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61" y="1017341"/>
            <a:ext cx="3952381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5997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503F-7448-EC82-5B0B-0C70E584E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0910FC-A700-F498-957D-68DB6041D7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3291C7-336B-0118-7985-906A6626BB4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博物館管理者：スタッフ管理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A2CA63C9-0F3F-539D-FD16-934E5248E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187" y="1793539"/>
            <a:ext cx="9028571" cy="2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3015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CB093-D7DD-F65F-4AD5-A62066F9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309C593-1A11-D98C-FAC8-9C17E764958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C492CB-E404-6221-DA50-E33F8DCC1A0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博物館管理者：担当博物館選択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F176FF2-7375-B9C6-26C5-807899C07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71" y="1316462"/>
            <a:ext cx="3779898" cy="1188196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85C92F1E-DFC2-B355-2416-CA77F420C074}"/>
              </a:ext>
            </a:extLst>
          </p:cNvPr>
          <p:cNvSpPr/>
          <p:nvPr/>
        </p:nvSpPr>
        <p:spPr>
          <a:xfrm>
            <a:off x="2922104" y="1739348"/>
            <a:ext cx="1421296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D3BC9A8-2C73-2419-04F2-BB15EBFAE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837" y="1739348"/>
            <a:ext cx="6985843" cy="424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1641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DFAD-2BE2-71C2-128E-2C87D489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FB4E9FA-5A35-31E9-47B9-06FB679348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92EA91-58BC-F333-588F-A6D12594C39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博物館編集者：招待画面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CB0B9EE-28B4-A36D-A20F-2C589367E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48" y="934003"/>
            <a:ext cx="4497147" cy="5725214"/>
          </a:xfrm>
          <a:prstGeom prst="rect">
            <a:avLst/>
          </a:prstGeom>
        </p:spPr>
      </p:pic>
      <p:pic>
        <p:nvPicPr>
          <p:cNvPr id="12" name="図 1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96D3829-29C5-6405-1F9F-8347285E4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307" y="3224381"/>
            <a:ext cx="4923809" cy="2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1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40DB8-5775-9CA6-ED2F-27853DAB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E408DC7-C2CB-2063-54DD-E931B84FE4C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2A1F0-16CE-31BD-2739-CFB84084901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博物館編集者：アカウント設定完了メール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232AD0E4-0E44-B1CB-134F-A43BF9E53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91" y="1309952"/>
            <a:ext cx="9238095" cy="423809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B1D321-5D39-1662-F8B2-9D4C9341FD7C}"/>
              </a:ext>
            </a:extLst>
          </p:cNvPr>
          <p:cNvSpPr txBox="1"/>
          <p:nvPr/>
        </p:nvSpPr>
        <p:spPr>
          <a:xfrm>
            <a:off x="1441174" y="5993296"/>
            <a:ext cx="8806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で自分用のページに入る</a:t>
            </a:r>
          </a:p>
        </p:txBody>
      </p:sp>
    </p:spTree>
    <p:extLst>
      <p:ext uri="{BB962C8B-B14F-4D97-AF65-F5344CB8AC3E}">
        <p14:creationId xmlns:p14="http://schemas.microsoft.com/office/powerpoint/2010/main" val="6327836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7037-DFF9-10BC-00C5-18E8D1CB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B07F59D-7BDF-7FE1-9682-BB823882C3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7794BD-2A13-F37F-CCE1-BD4837A43E8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2EFCFCC-95F8-AFD5-AB3F-422EB449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278" y="1126673"/>
            <a:ext cx="3952381" cy="3809524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72B316E-BC17-C8C4-BD42-1853E1010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68" y="1164768"/>
            <a:ext cx="3971429" cy="3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6741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EB65E-1DB5-9BC3-361B-0A520669F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44CE043-C5AA-A9D1-5346-D02076B0DC4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D158E3-0CB5-9A73-4FA9-CEF3F23A26A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サポートページ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D1F12FC-9EA5-B5A7-831C-5844BD607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91" y="942634"/>
            <a:ext cx="6645651" cy="53908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AA08E-F38E-05BD-212F-D63F9A499406}"/>
              </a:ext>
            </a:extLst>
          </p:cNvPr>
          <p:cNvSpPr txBox="1"/>
          <p:nvPr/>
        </p:nvSpPr>
        <p:spPr>
          <a:xfrm>
            <a:off x="7494104" y="1540565"/>
            <a:ext cx="4141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管理者に必要な情報を集めたページ</a:t>
            </a:r>
          </a:p>
        </p:txBody>
      </p:sp>
    </p:spTree>
    <p:extLst>
      <p:ext uri="{BB962C8B-B14F-4D97-AF65-F5344CB8AC3E}">
        <p14:creationId xmlns:p14="http://schemas.microsoft.com/office/powerpoint/2010/main" val="24963735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E15-0F4C-1DC8-E21B-2A6F2017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1F4BE19-F2D2-FDB0-3A3D-9C7D367E1E4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5FB368-8A82-0E4A-ED21-0F3C6FF29E3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基本情報の編集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F20DF66-DE9D-9334-7B25-E1BAAEDC8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2" y="1243975"/>
            <a:ext cx="8531935" cy="2681979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86B4542-7DC0-C814-5772-1D43ECFD18A2}"/>
              </a:ext>
            </a:extLst>
          </p:cNvPr>
          <p:cNvSpPr/>
          <p:nvPr/>
        </p:nvSpPr>
        <p:spPr>
          <a:xfrm>
            <a:off x="487016" y="2315820"/>
            <a:ext cx="2484783" cy="152068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DA95BF0-3B75-8198-43ED-4C502865F90B}"/>
              </a:ext>
            </a:extLst>
          </p:cNvPr>
          <p:cNvSpPr txBox="1"/>
          <p:nvPr/>
        </p:nvSpPr>
        <p:spPr>
          <a:xfrm>
            <a:off x="834887" y="4721087"/>
            <a:ext cx="9511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博物館の名称や住所などの基本情報を登録する</a:t>
            </a:r>
          </a:p>
        </p:txBody>
      </p:sp>
    </p:spTree>
    <p:extLst>
      <p:ext uri="{BB962C8B-B14F-4D97-AF65-F5344CB8AC3E}">
        <p14:creationId xmlns:p14="http://schemas.microsoft.com/office/powerpoint/2010/main" val="28954196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E6EB0-5627-4CF0-0034-B345DBC72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B92BD38-977F-8C89-52D8-B0C92DF5CEE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2542730-E4B4-9EDF-6EEA-BAB96BD4589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基本情報の編集</a:t>
            </a:r>
            <a:endParaRPr kumimoji="1" lang="ja-JP" altLang="en-US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CE91660-7BE8-5F38-EBE3-EC5E8E38BB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54158"/>
            <a:ext cx="5422062" cy="5903842"/>
          </a:xfrm>
          <a:prstGeom prst="rect">
            <a:avLst/>
          </a:prstGeom>
        </p:spPr>
      </p:pic>
      <p:sp>
        <p:nvSpPr>
          <p:cNvPr id="6" name="楕円 5">
            <a:extLst>
              <a:ext uri="{FF2B5EF4-FFF2-40B4-BE49-F238E27FC236}">
                <a16:creationId xmlns:a16="http://schemas.microsoft.com/office/drawing/2014/main" id="{46158393-AA0C-4578-0BAF-64E1D76A77EF}"/>
              </a:ext>
            </a:extLst>
          </p:cNvPr>
          <p:cNvSpPr/>
          <p:nvPr/>
        </p:nvSpPr>
        <p:spPr>
          <a:xfrm>
            <a:off x="4744278" y="1143003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DE628E78-761A-1A62-2EBA-4B93D68FD81C}"/>
              </a:ext>
            </a:extLst>
          </p:cNvPr>
          <p:cNvSpPr/>
          <p:nvPr/>
        </p:nvSpPr>
        <p:spPr>
          <a:xfrm>
            <a:off x="6288158" y="874646"/>
            <a:ext cx="1364972" cy="655977"/>
          </a:xfrm>
          <a:prstGeom prst="wedgeRectCallout">
            <a:avLst>
              <a:gd name="adj1" fmla="val -90049"/>
              <a:gd name="adj2" fmla="val 3489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住所から緯度経度に変換を行う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84D81FAC-0C0F-4B1E-82B0-0FCF21FC8455}"/>
              </a:ext>
            </a:extLst>
          </p:cNvPr>
          <p:cNvSpPr/>
          <p:nvPr/>
        </p:nvSpPr>
        <p:spPr>
          <a:xfrm>
            <a:off x="6095999" y="3250102"/>
            <a:ext cx="2580861" cy="655977"/>
          </a:xfrm>
          <a:prstGeom prst="wedgeRectCallout">
            <a:avLst>
              <a:gd name="adj1" fmla="val -73489"/>
              <a:gd name="adj2" fmla="val 4701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日本語から英語、中国語に変換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CD23E81-F298-A944-72B9-802C0D2D47A3}"/>
              </a:ext>
            </a:extLst>
          </p:cNvPr>
          <p:cNvSpPr/>
          <p:nvPr/>
        </p:nvSpPr>
        <p:spPr>
          <a:xfrm>
            <a:off x="4468600" y="3578089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B8326C9-0F16-3FB3-2E9E-C58C430BE8BE}"/>
              </a:ext>
            </a:extLst>
          </p:cNvPr>
          <p:cNvSpPr/>
          <p:nvPr/>
        </p:nvSpPr>
        <p:spPr>
          <a:xfrm>
            <a:off x="407503" y="6102626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43DBD95F-A8CF-FC19-9DFB-9B18A54BA70B}"/>
              </a:ext>
            </a:extLst>
          </p:cNvPr>
          <p:cNvSpPr/>
          <p:nvPr/>
        </p:nvSpPr>
        <p:spPr>
          <a:xfrm>
            <a:off x="2098119" y="5774638"/>
            <a:ext cx="2580861" cy="655977"/>
          </a:xfrm>
          <a:prstGeom prst="wedgeRectCallout">
            <a:avLst>
              <a:gd name="adj1" fmla="val -73489"/>
              <a:gd name="adj2" fmla="val 4701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16440774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487E5-F282-76EF-3D1E-75248E92E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37F6F70-C6B9-7630-978F-784381DF6CF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196F7D-AE5E-FE9B-1FA1-B08F1962870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展示物の管理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61AECE20-13A1-84C3-21F4-EF2AF22B4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2" y="1243975"/>
            <a:ext cx="8531935" cy="2681979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39A2966-3F03-4599-AB6B-F55E12E14FE8}"/>
              </a:ext>
            </a:extLst>
          </p:cNvPr>
          <p:cNvSpPr/>
          <p:nvPr/>
        </p:nvSpPr>
        <p:spPr>
          <a:xfrm>
            <a:off x="3279912" y="2405270"/>
            <a:ext cx="2484783" cy="152068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75B5143-E491-0CB2-D906-02BE21A47137}"/>
              </a:ext>
            </a:extLst>
          </p:cNvPr>
          <p:cNvSpPr txBox="1"/>
          <p:nvPr/>
        </p:nvSpPr>
        <p:spPr>
          <a:xfrm>
            <a:off x="834887" y="4721087"/>
            <a:ext cx="9511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展示物の説明や追加削除を行う</a:t>
            </a:r>
          </a:p>
        </p:txBody>
      </p:sp>
    </p:spTree>
    <p:extLst>
      <p:ext uri="{BB962C8B-B14F-4D97-AF65-F5344CB8AC3E}">
        <p14:creationId xmlns:p14="http://schemas.microsoft.com/office/powerpoint/2010/main" val="6720693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824EF-19DD-D6FE-3F6C-C3496E6D4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6021D84-CA72-17BE-1BBF-D9E8833DBEB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FA638C-F9F9-10A2-EFE3-24310BB3C2B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新規展示物の管理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12A1F4C-AC79-77B2-253C-3EF57DF6D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2024502"/>
            <a:ext cx="8874755" cy="4363744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17957A3-1180-78B3-7013-511B5132375E}"/>
              </a:ext>
            </a:extLst>
          </p:cNvPr>
          <p:cNvSpPr txBox="1"/>
          <p:nvPr/>
        </p:nvSpPr>
        <p:spPr>
          <a:xfrm>
            <a:off x="407503" y="944217"/>
            <a:ext cx="10634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登録済み展示物の一覧を見ることができる</a:t>
            </a:r>
          </a:p>
        </p:txBody>
      </p:sp>
    </p:spTree>
    <p:extLst>
      <p:ext uri="{BB962C8B-B14F-4D97-AF65-F5344CB8AC3E}">
        <p14:creationId xmlns:p14="http://schemas.microsoft.com/office/powerpoint/2010/main" val="34547178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73DB4-381C-DC97-F961-A3AF0316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7F27F1B-D684-EDCA-3942-0C0984B6ECD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97913D5-3635-471E-1827-E06D38D66A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A029BCB-148F-5142-57A1-473B2C5DF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3064" y="568115"/>
            <a:ext cx="6114318" cy="628988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409A4C7-0F0D-220C-091D-0398B73A4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7" y="2424401"/>
            <a:ext cx="5241603" cy="2577312"/>
          </a:xfrm>
          <a:prstGeom prst="rect">
            <a:avLst/>
          </a:prstGeom>
        </p:spPr>
      </p:pic>
      <p:sp>
        <p:nvSpPr>
          <p:cNvPr id="11" name="楕円 10">
            <a:extLst>
              <a:ext uri="{FF2B5EF4-FFF2-40B4-BE49-F238E27FC236}">
                <a16:creationId xmlns:a16="http://schemas.microsoft.com/office/drawing/2014/main" id="{B1D19712-3C76-1C2A-567D-E3A133221831}"/>
              </a:ext>
            </a:extLst>
          </p:cNvPr>
          <p:cNvSpPr/>
          <p:nvPr/>
        </p:nvSpPr>
        <p:spPr>
          <a:xfrm>
            <a:off x="4470853" y="2237141"/>
            <a:ext cx="1035425" cy="5466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8037986-6E61-C85E-62C8-12765687C321}"/>
              </a:ext>
            </a:extLst>
          </p:cNvPr>
          <p:cNvSpPr txBox="1"/>
          <p:nvPr/>
        </p:nvSpPr>
        <p:spPr>
          <a:xfrm>
            <a:off x="407503" y="964096"/>
            <a:ext cx="3906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新規登録ボタン</a:t>
            </a:r>
          </a:p>
        </p:txBody>
      </p:sp>
    </p:spTree>
    <p:extLst>
      <p:ext uri="{BB962C8B-B14F-4D97-AF65-F5344CB8AC3E}">
        <p14:creationId xmlns:p14="http://schemas.microsoft.com/office/powerpoint/2010/main" val="31564571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68F88-46BE-07D8-2D1B-E23711BBD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D8F2490-6F93-1EC2-46EB-6734CB5AB70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1579A4B-C822-812D-2166-52C89B846EF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新規展示物の修正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2683245-238C-EAF8-6917-D454F4F6C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3064" y="568115"/>
            <a:ext cx="6114318" cy="628988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177F61A-E74C-D666-FE64-5FB34E7FD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7" y="2424401"/>
            <a:ext cx="5241603" cy="2577312"/>
          </a:xfrm>
          <a:prstGeom prst="rect">
            <a:avLst/>
          </a:prstGeom>
        </p:spPr>
      </p:pic>
      <p:sp>
        <p:nvSpPr>
          <p:cNvPr id="11" name="楕円 10">
            <a:extLst>
              <a:ext uri="{FF2B5EF4-FFF2-40B4-BE49-F238E27FC236}">
                <a16:creationId xmlns:a16="http://schemas.microsoft.com/office/drawing/2014/main" id="{FDA49159-E62A-57D0-F853-712E453409F0}"/>
              </a:ext>
            </a:extLst>
          </p:cNvPr>
          <p:cNvSpPr/>
          <p:nvPr/>
        </p:nvSpPr>
        <p:spPr>
          <a:xfrm>
            <a:off x="4113046" y="3787645"/>
            <a:ext cx="498712" cy="5466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4A214E4-D806-BB1F-C7F5-43F72B55260E}"/>
              </a:ext>
            </a:extLst>
          </p:cNvPr>
          <p:cNvSpPr txBox="1"/>
          <p:nvPr/>
        </p:nvSpPr>
        <p:spPr>
          <a:xfrm>
            <a:off x="407503" y="964096"/>
            <a:ext cx="3906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登録した展示物の収支絵</a:t>
            </a:r>
          </a:p>
        </p:txBody>
      </p:sp>
    </p:spTree>
    <p:extLst>
      <p:ext uri="{BB962C8B-B14F-4D97-AF65-F5344CB8AC3E}">
        <p14:creationId xmlns:p14="http://schemas.microsoft.com/office/powerpoint/2010/main" val="34301187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22A8E-C2E2-A933-D106-903920214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ACC6614-2A7E-3395-03A7-DAE5D922850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EE18D8-CECE-343A-C138-24812D70CCC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40E5511-E20A-8347-C2F5-AC4DF613B7AB}"/>
              </a:ext>
            </a:extLst>
          </p:cNvPr>
          <p:cNvSpPr txBox="1"/>
          <p:nvPr/>
        </p:nvSpPr>
        <p:spPr>
          <a:xfrm>
            <a:off x="1311965" y="4329282"/>
            <a:ext cx="8875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「日本語を入力し、入力の言語を一括生成」で多言語を自動生成します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3F0A54F-FDB5-4B87-CDF5-AE84AAA17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56" y="2214850"/>
            <a:ext cx="7571428" cy="1295238"/>
          </a:xfrm>
          <a:prstGeom prst="rect">
            <a:avLst/>
          </a:prstGeom>
        </p:spPr>
      </p:pic>
      <p:sp>
        <p:nvSpPr>
          <p:cNvPr id="12" name="楕円 11">
            <a:extLst>
              <a:ext uri="{FF2B5EF4-FFF2-40B4-BE49-F238E27FC236}">
                <a16:creationId xmlns:a16="http://schemas.microsoft.com/office/drawing/2014/main" id="{4429B5B5-11C3-DDB4-EB66-E9BDB5DFE9FD}"/>
              </a:ext>
            </a:extLst>
          </p:cNvPr>
          <p:cNvSpPr/>
          <p:nvPr/>
        </p:nvSpPr>
        <p:spPr>
          <a:xfrm>
            <a:off x="6523383" y="2697968"/>
            <a:ext cx="2406539" cy="7156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56401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EB448-2647-3E2D-C61E-22483B8B2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20BF866-0206-8280-B71B-131A817982B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34B383-0C8D-7E1C-F627-68C9572C2DC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新規展示物の登録：多言語自動翻訳（例：英語）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318F7803-788C-6933-B595-147B62BA5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755374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048F82D-7EAD-4102-A476-4A6D57F3D33D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翻訳結果の修正を行うことも可能です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038433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C8433-8AD1-79F7-E1E4-295FB5C8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D20F45F-9A44-6202-99DD-BB1F7B7D058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1FE3CF3-D4F0-CF54-2A90-FFCAF8C7C37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</a:t>
            </a:r>
            <a:r>
              <a:rPr kumimoji="1" lang="en-US" altLang="ja-JP" dirty="0"/>
              <a:t>TTS</a:t>
            </a:r>
            <a:r>
              <a:rPr kumimoji="1" lang="ja-JP" altLang="en-US" dirty="0"/>
              <a:t>の確認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27BD28D-A1E8-4930-E7B2-D2E14BA9E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878821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E5E6639-43B4-8A73-B610-9C80815CCC45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Play Voice</a:t>
            </a:r>
            <a:r>
              <a:rPr lang="ja-JP" altLang="en-US" dirty="0"/>
              <a:t>ボタンで</a:t>
            </a:r>
            <a:r>
              <a:rPr lang="en-US" altLang="ja-JP" dirty="0"/>
              <a:t>TTS</a:t>
            </a:r>
            <a:r>
              <a:rPr lang="ja-JP" altLang="en-US" dirty="0"/>
              <a:t>による音声確認を行うことが可能です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2DCF63B-7F12-2E22-1D12-75002EDEA13A}"/>
              </a:ext>
            </a:extLst>
          </p:cNvPr>
          <p:cNvSpPr/>
          <p:nvPr/>
        </p:nvSpPr>
        <p:spPr>
          <a:xfrm>
            <a:off x="636105" y="4731026"/>
            <a:ext cx="1898374" cy="48701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0569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B1A2B-208C-000F-7C1D-A52F3900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38ED8A7-8878-776B-6185-B3EC9114C4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B5138C-4259-BE46-0843-423BF9756BB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86A03C4-9ED3-5F13-C77F-6CA23E61E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929" y="1368519"/>
            <a:ext cx="8874755" cy="4363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793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C4B67-4B48-83AB-3639-2C195C584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C06991D-23A9-E320-AC46-D5A64EC8A36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337415-9AB0-8859-8D70-21A7548493B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展示物の一覧表示：削除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F8740C3-7ECD-EEF8-07CE-55C22E0D5C47}"/>
              </a:ext>
            </a:extLst>
          </p:cNvPr>
          <p:cNvSpPr txBox="1"/>
          <p:nvPr/>
        </p:nvSpPr>
        <p:spPr>
          <a:xfrm>
            <a:off x="1202635" y="5963478"/>
            <a:ext cx="8517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選択した展示物の削除を行います、削除した展示物はゴミ箱に移動されます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2F65628-FDF2-ED2F-ADEC-60A4FCB24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74" y="942634"/>
            <a:ext cx="8874755" cy="4363744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BAA4C588-8398-C933-978C-AFE6FE01AD6D}"/>
              </a:ext>
            </a:extLst>
          </p:cNvPr>
          <p:cNvSpPr/>
          <p:nvPr/>
        </p:nvSpPr>
        <p:spPr>
          <a:xfrm>
            <a:off x="8378688" y="3429000"/>
            <a:ext cx="675861" cy="48701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6931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B6811-A9D4-23F0-0A47-74DC61B6B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EE880DC-A0A3-0372-CB7B-FEFD60BEBE4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7FCAF3-5E07-91F6-EC27-3C628D7CB97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展示物の一覧表示：ゴミ箱表示</a:t>
            </a:r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FDD06B39-DDFA-4C1C-F27E-6B9A060E7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3" y="1091205"/>
            <a:ext cx="10647619" cy="286666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E402A89-D8CB-148B-C4D1-E00130A80AB2}"/>
              </a:ext>
            </a:extLst>
          </p:cNvPr>
          <p:cNvSpPr txBox="1"/>
          <p:nvPr/>
        </p:nvSpPr>
        <p:spPr>
          <a:xfrm>
            <a:off x="854765" y="4581939"/>
            <a:ext cx="99888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ゴミ箱に移動した展示物は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日で自動削除されます</a:t>
            </a:r>
            <a:endParaRPr kumimoji="1" lang="en-US" altLang="ja-JP" dirty="0"/>
          </a:p>
          <a:p>
            <a:r>
              <a:rPr kumimoji="1" lang="ja-JP" altLang="en-US" dirty="0"/>
              <a:t>完全削除ボタンを押すと即時削除されます</a:t>
            </a:r>
            <a:endParaRPr kumimoji="1" lang="en-US" altLang="ja-JP" dirty="0"/>
          </a:p>
          <a:p>
            <a:r>
              <a:rPr kumimoji="1" lang="ja-JP" altLang="en-US" dirty="0"/>
              <a:t>完全に削除される前でしたら、元に戻すボタンで復活できます</a:t>
            </a:r>
          </a:p>
        </p:txBody>
      </p:sp>
    </p:spTree>
    <p:extLst>
      <p:ext uri="{BB962C8B-B14F-4D97-AF65-F5344CB8AC3E}">
        <p14:creationId xmlns:p14="http://schemas.microsoft.com/office/powerpoint/2010/main" val="21255392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FFBE-05BE-3D70-A8E9-2B6B94906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0641506-448A-61FD-4AC2-37E4D26DD9E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4882D6-8E19-D257-5CCE-B16061323D86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アプリケーション：トップページ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FB82411-D94F-0205-7086-43FFB7072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413" y="755374"/>
            <a:ext cx="4629900" cy="601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8010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1B5A8-9ED5-C1F0-603A-33AB66CB2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DBE91DE-3BF2-910A-9FCD-E8DC237B740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0AAE5E0-8D18-29EB-5350-AAB1F55512A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アプリケーション：選択した博物館がリニューアル中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25C78B8-99EB-03BE-ADC3-5F4E854DE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856" y="755374"/>
            <a:ext cx="5485714" cy="59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8616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71A9-A057-7463-E225-B11875A6A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1BFECD2-DE03-4830-6273-F51FA706DC0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FDC2C59-2227-9A57-F9B0-D221146AA2D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アプリケーション：博物館トップ→博物館情報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AB7B804-655B-BE24-50D8-D55717BEC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809" y="838896"/>
            <a:ext cx="4362982" cy="5647248"/>
          </a:xfrm>
          <a:prstGeom prst="rect">
            <a:avLst/>
          </a:prstGeom>
        </p:spPr>
      </p:pic>
      <p:sp>
        <p:nvSpPr>
          <p:cNvPr id="7" name="楕円 6">
            <a:extLst>
              <a:ext uri="{FF2B5EF4-FFF2-40B4-BE49-F238E27FC236}">
                <a16:creationId xmlns:a16="http://schemas.microsoft.com/office/drawing/2014/main" id="{1BD7A1EB-6DCC-F6F4-FABF-F1A7D4E4C0F8}"/>
              </a:ext>
            </a:extLst>
          </p:cNvPr>
          <p:cNvSpPr/>
          <p:nvPr/>
        </p:nvSpPr>
        <p:spPr>
          <a:xfrm>
            <a:off x="5237922" y="838896"/>
            <a:ext cx="625869" cy="36373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7996F18-CFDA-8102-93DA-739AC1F71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924" y="1057573"/>
            <a:ext cx="4380952" cy="5428571"/>
          </a:xfrm>
          <a:prstGeom prst="rect">
            <a:avLst/>
          </a:prstGeom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E6A1CF07-9963-CF6B-C89F-3E80D23A817E}"/>
              </a:ext>
            </a:extLst>
          </p:cNvPr>
          <p:cNvSpPr/>
          <p:nvPr/>
        </p:nvSpPr>
        <p:spPr>
          <a:xfrm>
            <a:off x="6094322" y="859738"/>
            <a:ext cx="452230" cy="71561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34280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1F342-51A9-CE3C-6EAB-9772E1044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EC6228A-0121-FC07-B789-0C65533230F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44EF42F-65C8-2480-C5C4-56A8D232D6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アプリケーション：博物館トップ→展示物選択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F1C8209-AE9A-A898-A43C-97009203A3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809" y="838896"/>
            <a:ext cx="4362982" cy="5647248"/>
          </a:xfrm>
          <a:prstGeom prst="rect">
            <a:avLst/>
          </a:prstGeom>
        </p:spPr>
      </p:pic>
      <p:sp>
        <p:nvSpPr>
          <p:cNvPr id="7" name="楕円 6">
            <a:extLst>
              <a:ext uri="{FF2B5EF4-FFF2-40B4-BE49-F238E27FC236}">
                <a16:creationId xmlns:a16="http://schemas.microsoft.com/office/drawing/2014/main" id="{46D1F6D7-C24A-7B79-E8C3-E3907466631B}"/>
              </a:ext>
            </a:extLst>
          </p:cNvPr>
          <p:cNvSpPr/>
          <p:nvPr/>
        </p:nvSpPr>
        <p:spPr>
          <a:xfrm>
            <a:off x="1580322" y="1669774"/>
            <a:ext cx="3081130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6AB584E0-2C7B-EC18-4E48-AFAED8639176}"/>
              </a:ext>
            </a:extLst>
          </p:cNvPr>
          <p:cNvSpPr/>
          <p:nvPr/>
        </p:nvSpPr>
        <p:spPr>
          <a:xfrm>
            <a:off x="6094322" y="859738"/>
            <a:ext cx="452230" cy="71561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605DB9A-CC48-CA8C-90EC-44166C12B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4775" y="655641"/>
            <a:ext cx="4008438" cy="6202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0298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E6A68-F530-7FAD-ACBA-EA86564D8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B4B29F2-D90B-D61E-5E67-DBAF1F22BC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AF923A-63D3-09DF-62F0-2CE27342898C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アプリケーション：展示物表示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32DCBFFD-BE38-8E47-86B4-BC5FE753E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403" y="1053548"/>
            <a:ext cx="3622812" cy="5605669"/>
          </a:xfrm>
          <a:prstGeom prst="rect">
            <a:avLst/>
          </a:prstGeom>
        </p:spPr>
      </p:pic>
      <p:sp>
        <p:nvSpPr>
          <p:cNvPr id="7" name="楕円 6">
            <a:extLst>
              <a:ext uri="{FF2B5EF4-FFF2-40B4-BE49-F238E27FC236}">
                <a16:creationId xmlns:a16="http://schemas.microsoft.com/office/drawing/2014/main" id="{4DC6F838-41A9-9EF5-77FD-5A8A024A308B}"/>
              </a:ext>
            </a:extLst>
          </p:cNvPr>
          <p:cNvSpPr/>
          <p:nvPr/>
        </p:nvSpPr>
        <p:spPr>
          <a:xfrm>
            <a:off x="4871809" y="3642690"/>
            <a:ext cx="1143000" cy="42738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吹き出し: 四角形 1">
            <a:extLst>
              <a:ext uri="{FF2B5EF4-FFF2-40B4-BE49-F238E27FC236}">
                <a16:creationId xmlns:a16="http://schemas.microsoft.com/office/drawing/2014/main" id="{C6E1EE47-BEF1-E463-296B-035F02CA4D29}"/>
              </a:ext>
            </a:extLst>
          </p:cNvPr>
          <p:cNvSpPr/>
          <p:nvPr/>
        </p:nvSpPr>
        <p:spPr>
          <a:xfrm>
            <a:off x="2027583" y="3185492"/>
            <a:ext cx="1540566" cy="487015"/>
          </a:xfrm>
          <a:prstGeom prst="wedgeRectCallout">
            <a:avLst>
              <a:gd name="adj1" fmla="val 115122"/>
              <a:gd name="adj2" fmla="val 8599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言語選択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2531BECD-DE0B-E5B5-069F-FE3E903F8702}"/>
              </a:ext>
            </a:extLst>
          </p:cNvPr>
          <p:cNvSpPr/>
          <p:nvPr/>
        </p:nvSpPr>
        <p:spPr>
          <a:xfrm>
            <a:off x="1574927" y="4272171"/>
            <a:ext cx="1540566" cy="487015"/>
          </a:xfrm>
          <a:prstGeom prst="wedgeRectCallout">
            <a:avLst>
              <a:gd name="adj1" fmla="val 118993"/>
              <a:gd name="adj2" fmla="val 2884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E0D6BF0A-06D5-DC93-FD84-DE7E8EF504A0}"/>
              </a:ext>
            </a:extLst>
          </p:cNvPr>
          <p:cNvSpPr/>
          <p:nvPr/>
        </p:nvSpPr>
        <p:spPr>
          <a:xfrm>
            <a:off x="8506196" y="4272171"/>
            <a:ext cx="1540566" cy="487015"/>
          </a:xfrm>
          <a:prstGeom prst="wedgeRectCallout">
            <a:avLst>
              <a:gd name="adj1" fmla="val -93265"/>
              <a:gd name="adj2" fmla="val 1349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展示物説明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761CFB97-5B6F-435D-6791-380A11E7E15F}"/>
              </a:ext>
            </a:extLst>
          </p:cNvPr>
          <p:cNvSpPr/>
          <p:nvPr/>
        </p:nvSpPr>
        <p:spPr>
          <a:xfrm>
            <a:off x="9036283" y="5428423"/>
            <a:ext cx="1540566" cy="487015"/>
          </a:xfrm>
          <a:prstGeom prst="wedgeRectCallout">
            <a:avLst>
              <a:gd name="adj1" fmla="val -204878"/>
              <a:gd name="adj2" fmla="val 15946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コードリーダー</a:t>
            </a:r>
          </a:p>
        </p:txBody>
      </p:sp>
    </p:spTree>
    <p:extLst>
      <p:ext uri="{BB962C8B-B14F-4D97-AF65-F5344CB8AC3E}">
        <p14:creationId xmlns:p14="http://schemas.microsoft.com/office/powerpoint/2010/main" val="33011992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2C01AD-3387-2005-B8C4-00A58FE6D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1EF71E-6139-E2DF-A54B-E310C7715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53951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B037F-9221-13C5-9B9A-693FC1B8F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ED87BD-3BA3-760F-9DE0-55256B1D8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13CC73-AC18-E008-D9BC-DEF72D6A2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64809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1A229-D110-66BE-C027-285367C80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247574-D7D6-34BB-4BFE-A1D0581A9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C4761D-21AC-C222-BACD-15AE2F49D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65406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CF92C8-C0C5-301D-9E07-6A59D2545225}"/>
              </a:ext>
            </a:extLst>
          </p:cNvPr>
          <p:cNvSpPr txBox="1"/>
          <p:nvPr/>
        </p:nvSpPr>
        <p:spPr>
          <a:xfrm>
            <a:off x="1699591" y="2117035"/>
            <a:ext cx="8676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dirty="0"/>
              <a:t>以降の</a:t>
            </a:r>
            <a:r>
              <a:rPr kumimoji="1" lang="ja-JP" altLang="en-US" sz="5400"/>
              <a:t>ページは要検討</a:t>
            </a:r>
            <a:endParaRPr kumimoji="1"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523921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kumimoji="1"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14273</TotalTime>
  <Words>1636</Words>
  <Application>Microsoft Office PowerPoint</Application>
  <PresentationFormat>ワイド画面</PresentationFormat>
  <Paragraphs>329</Paragraphs>
  <Slides>63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63</vt:i4>
      </vt:variant>
    </vt:vector>
  </HeadingPairs>
  <TitlesOfParts>
    <vt:vector size="68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27</cp:revision>
  <cp:lastPrinted>2026-02-09T09:04:41Z</cp:lastPrinted>
  <dcterms:created xsi:type="dcterms:W3CDTF">2026-01-03T04:55:58Z</dcterms:created>
  <dcterms:modified xsi:type="dcterms:W3CDTF">2026-02-11T08:30:08Z</dcterms:modified>
</cp:coreProperties>
</file>