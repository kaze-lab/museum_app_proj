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33" r:id="rId14"/>
    <p:sldId id="300" r:id="rId15"/>
    <p:sldId id="301" r:id="rId16"/>
    <p:sldId id="320" r:id="rId17"/>
    <p:sldId id="303" r:id="rId18"/>
    <p:sldId id="307" r:id="rId19"/>
    <p:sldId id="308" r:id="rId20"/>
    <p:sldId id="304" r:id="rId21"/>
    <p:sldId id="305" r:id="rId22"/>
    <p:sldId id="306" r:id="rId23"/>
    <p:sldId id="309" r:id="rId24"/>
    <p:sldId id="310" r:id="rId25"/>
    <p:sldId id="311" r:id="rId26"/>
    <p:sldId id="313" r:id="rId27"/>
    <p:sldId id="312" r:id="rId28"/>
    <p:sldId id="314" r:id="rId29"/>
    <p:sldId id="315" r:id="rId30"/>
    <p:sldId id="316" r:id="rId31"/>
    <p:sldId id="317" r:id="rId32"/>
    <p:sldId id="318" r:id="rId33"/>
    <p:sldId id="331" r:id="rId34"/>
    <p:sldId id="332" r:id="rId35"/>
    <p:sldId id="319" r:id="rId36"/>
    <p:sldId id="330" r:id="rId37"/>
    <p:sldId id="334" r:id="rId38"/>
    <p:sldId id="322" r:id="rId39"/>
    <p:sldId id="323" r:id="rId40"/>
    <p:sldId id="324" r:id="rId41"/>
    <p:sldId id="325" r:id="rId42"/>
    <p:sldId id="328" r:id="rId43"/>
    <p:sldId id="329" r:id="rId44"/>
    <p:sldId id="335" r:id="rId45"/>
    <p:sldId id="336" r:id="rId46"/>
    <p:sldId id="321" r:id="rId47"/>
    <p:sldId id="326" r:id="rId48"/>
    <p:sldId id="327" r:id="rId49"/>
    <p:sldId id="302" r:id="rId50"/>
    <p:sldId id="268" r:id="rId51"/>
    <p:sldId id="273" r:id="rId52"/>
    <p:sldId id="276" r:id="rId53"/>
    <p:sldId id="277" r:id="rId54"/>
    <p:sldId id="284" r:id="rId55"/>
    <p:sldId id="278" r:id="rId56"/>
    <p:sldId id="279" r:id="rId57"/>
    <p:sldId id="280" r:id="rId58"/>
    <p:sldId id="281" r:id="rId59"/>
    <p:sldId id="282" r:id="rId60"/>
    <p:sldId id="283" r:id="rId61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2035053" y="5426591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016649" y="5837652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781857" y="6289885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A23556-6241-B44B-32FC-8104EEA6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47" y="834530"/>
            <a:ext cx="3524885" cy="45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17E2-65B4-6608-274A-F954DB5A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7015472-4F65-554A-BE31-291CC0553DD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5CB9B-D8B8-1C5D-1244-4C8057146B3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373865-CF5C-E5B8-E934-48021BEDC8B2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AD5CFE3-0C40-8D0A-9F14-32CCA807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269E79B-CD53-FAA2-4972-A8C6A0B7354A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25F23E-6C1C-C144-AE6F-7CF964F3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061" y="864530"/>
            <a:ext cx="4152381" cy="5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E91660-7BE8-5F38-EBE3-EC5E8E38B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54158"/>
            <a:ext cx="5422062" cy="5903842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46158393-AA0C-4578-0BAF-64E1D76A77EF}"/>
              </a:ext>
            </a:extLst>
          </p:cNvPr>
          <p:cNvSpPr/>
          <p:nvPr/>
        </p:nvSpPr>
        <p:spPr>
          <a:xfrm>
            <a:off x="4744278" y="114300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DE628E78-761A-1A62-2EBA-4B93D68FD81C}"/>
              </a:ext>
            </a:extLst>
          </p:cNvPr>
          <p:cNvSpPr/>
          <p:nvPr/>
        </p:nvSpPr>
        <p:spPr>
          <a:xfrm>
            <a:off x="6288158" y="874646"/>
            <a:ext cx="1364972" cy="655977"/>
          </a:xfrm>
          <a:prstGeom prst="wedgeRectCallout">
            <a:avLst>
              <a:gd name="adj1" fmla="val -90049"/>
              <a:gd name="adj2" fmla="val 348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住所から緯度経度に変換を行う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095999" y="3250102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468600" y="3578089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407503" y="6102626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2098119" y="5774638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新規展示物の管理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12A1F4C-AC79-77B2-253C-3EF57DF6D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2024502"/>
            <a:ext cx="8874755" cy="436374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7957A3-1180-78B3-7013-511B5132375E}"/>
              </a:ext>
            </a:extLst>
          </p:cNvPr>
          <p:cNvSpPr txBox="1"/>
          <p:nvPr/>
        </p:nvSpPr>
        <p:spPr>
          <a:xfrm>
            <a:off x="407503" y="944217"/>
            <a:ext cx="1063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登録済み展示物の一覧を見ることができる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029BCB-148F-5142-57A1-473B2C5D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409A4C7-0F0D-220C-091D-0398B73A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B1D19712-3C76-1C2A-567D-E3A133221831}"/>
              </a:ext>
            </a:extLst>
          </p:cNvPr>
          <p:cNvSpPr/>
          <p:nvPr/>
        </p:nvSpPr>
        <p:spPr>
          <a:xfrm>
            <a:off x="4470853" y="2237141"/>
            <a:ext cx="1035425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037986-6E61-C85E-62C8-12765687C321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新規登録ボタン</a:t>
            </a: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8F88-46BE-07D8-2D1B-E23711BB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D8F2490-6F93-1EC2-46EB-6734CB5AB70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579A4B-C822-812D-2166-52C89B846EF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新規展示物の修正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2683245-238C-EAF8-6917-D454F4F6C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77F61A-E74C-D666-FE64-5FB34E7FD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FDA49159-E62A-57D0-F853-712E453409F0}"/>
              </a:ext>
            </a:extLst>
          </p:cNvPr>
          <p:cNvSpPr/>
          <p:nvPr/>
        </p:nvSpPr>
        <p:spPr>
          <a:xfrm>
            <a:off x="4113046" y="3787645"/>
            <a:ext cx="498712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4A214E4-D806-BB1F-C7F5-43F72B55260E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登録した展示物の収支絵</a:t>
            </a:r>
          </a:p>
        </p:txBody>
      </p:sp>
    </p:spTree>
    <p:extLst>
      <p:ext uri="{BB962C8B-B14F-4D97-AF65-F5344CB8AC3E}">
        <p14:creationId xmlns:p14="http://schemas.microsoft.com/office/powerpoint/2010/main" val="3430118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1311965" y="4329282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F0A54F-FDB5-4B87-CDF5-AE84AAA17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56" y="2214850"/>
            <a:ext cx="7571428" cy="1295238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523383" y="2697968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86A03C4-9ED3-5F13-C77F-6CA23E61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929" y="1368519"/>
            <a:ext cx="8874755" cy="4363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2F65628-FDF2-ED2F-ADEC-60A4FCB24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74" y="942634"/>
            <a:ext cx="8874755" cy="4363744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8378688" y="3429000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FFBE-05BE-3D70-A8E9-2B6B94906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0641506-448A-61FD-4AC2-37E4D26DD9E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4882D6-8E19-D257-5CCE-B16061323D86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アプリケーション：トップページ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B82411-D94F-0205-7086-43FFB7072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413" y="755374"/>
            <a:ext cx="4629900" cy="601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01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B5A8-9ED5-C1F0-603A-33AB66CB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DBE91DE-3BF2-910A-9FCD-E8DC237B740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AE5E0-8D18-29EB-5350-AAB1F55512A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アプリケーション：選択した博物館がリニューアル中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25C78B8-99EB-03BE-ADC3-5F4E854DE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856" y="755374"/>
            <a:ext cx="5485714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8616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13173</TotalTime>
  <Words>1610</Words>
  <Application>Microsoft Office PowerPoint</Application>
  <PresentationFormat>ワイド画面</PresentationFormat>
  <Paragraphs>322</Paragraphs>
  <Slides>60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60</vt:i4>
      </vt:variant>
    </vt:vector>
  </HeadingPairs>
  <TitlesOfParts>
    <vt:vector size="65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26</cp:revision>
  <cp:lastPrinted>2026-02-09T09:04:41Z</cp:lastPrinted>
  <dcterms:created xsi:type="dcterms:W3CDTF">2026-01-03T04:55:58Z</dcterms:created>
  <dcterms:modified xsi:type="dcterms:W3CDTF">2026-02-09T14:31:29Z</dcterms:modified>
</cp:coreProperties>
</file>