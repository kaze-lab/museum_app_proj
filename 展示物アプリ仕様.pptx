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00" r:id="rId14"/>
    <p:sldId id="296" r:id="rId15"/>
    <p:sldId id="290" r:id="rId16"/>
    <p:sldId id="294" r:id="rId17"/>
    <p:sldId id="289" r:id="rId18"/>
    <p:sldId id="263" r:id="rId19"/>
    <p:sldId id="264" r:id="rId20"/>
    <p:sldId id="292" r:id="rId21"/>
    <p:sldId id="291" r:id="rId22"/>
    <p:sldId id="265" r:id="rId23"/>
    <p:sldId id="266" r:id="rId24"/>
    <p:sldId id="270" r:id="rId25"/>
    <p:sldId id="271" r:id="rId26"/>
    <p:sldId id="272" r:id="rId27"/>
    <p:sldId id="267" r:id="rId28"/>
    <p:sldId id="268" r:id="rId29"/>
    <p:sldId id="273" r:id="rId30"/>
    <p:sldId id="276" r:id="rId31"/>
    <p:sldId id="277" r:id="rId32"/>
    <p:sldId id="284" r:id="rId33"/>
    <p:sldId id="278" r:id="rId34"/>
    <p:sldId id="279" r:id="rId35"/>
    <p:sldId id="280" r:id="rId36"/>
    <p:sldId id="281" r:id="rId37"/>
    <p:sldId id="282" r:id="rId38"/>
    <p:sldId id="283" r:id="rId39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0709" y="1545577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68648" y="4664754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22416" y="4215539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46636" y="2972385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85312" y="3908424"/>
            <a:ext cx="109625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1630017" y="48102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232452" y="5408723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4" name="図 23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1FE414C8-791E-0B95-2898-8C5E59548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808922" y="6192078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ログインボタン後の画面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ログイン後：博物館が登録されていない状態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0C022DC4-84EC-51FF-8C10-406DEAE8D58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28544039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59517097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558608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2834678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883314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426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1499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8537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09228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A91A2-38E6-F4A0-9504-8B0F7DDB5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867D7F6-2FC8-E3C2-A268-FDFB18FD656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4CEACE0-9430-A7D1-3C2B-0D0CEFA6C93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初回ログイン時のパスワード強制変更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D6919A9-B2B2-0014-0DC3-F7758B759538}"/>
              </a:ext>
            </a:extLst>
          </p:cNvPr>
          <p:cNvSpPr/>
          <p:nvPr/>
        </p:nvSpPr>
        <p:spPr>
          <a:xfrm>
            <a:off x="599117" y="1252328"/>
            <a:ext cx="5145699" cy="23953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691E18-F0A4-BB1D-B6EC-BC958AE882F5}"/>
              </a:ext>
            </a:extLst>
          </p:cNvPr>
          <p:cNvSpPr txBox="1"/>
          <p:nvPr/>
        </p:nvSpPr>
        <p:spPr>
          <a:xfrm>
            <a:off x="655892" y="1551004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初回ログインなのでパスワード変更</a:t>
            </a:r>
            <a:endParaRPr kumimoji="1" lang="en-US" altLang="ja-JP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4339489-154C-B5A2-3FE2-302F1189AC7F}"/>
              </a:ext>
            </a:extLst>
          </p:cNvPr>
          <p:cNvSpPr/>
          <p:nvPr/>
        </p:nvSpPr>
        <p:spPr>
          <a:xfrm>
            <a:off x="1195180" y="2744214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再発行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9866E2A-EA27-0857-680D-942275F90291}"/>
              </a:ext>
            </a:extLst>
          </p:cNvPr>
          <p:cNvSpPr/>
          <p:nvPr/>
        </p:nvSpPr>
        <p:spPr>
          <a:xfrm>
            <a:off x="2635236" y="2711293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戻る</a:t>
            </a:r>
          </a:p>
        </p:txBody>
      </p:sp>
    </p:spTree>
    <p:extLst>
      <p:ext uri="{BB962C8B-B14F-4D97-AF65-F5344CB8AC3E}">
        <p14:creationId xmlns:p14="http://schemas.microsoft.com/office/powerpoint/2010/main" val="3951095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969606-B49D-D99F-AACA-37333E0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8B9D77-8F4A-FC7B-0AB3-E05FAAC1A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7540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7F28-2F6B-EF51-0086-D3BEC23E8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7089F64-4150-2ACC-E587-AA18FF66483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616E67-9E1F-9FF4-1B01-C12D558DEF8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パスワード再発行依頼画面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F1203BE-124B-430F-1992-CF3A500388CD}"/>
              </a:ext>
            </a:extLst>
          </p:cNvPr>
          <p:cNvSpPr/>
          <p:nvPr/>
        </p:nvSpPr>
        <p:spPr>
          <a:xfrm>
            <a:off x="569300" y="1401415"/>
            <a:ext cx="5145699" cy="23953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872D479-123C-6367-8EB2-77238598F8DE}"/>
              </a:ext>
            </a:extLst>
          </p:cNvPr>
          <p:cNvSpPr txBox="1"/>
          <p:nvPr/>
        </p:nvSpPr>
        <p:spPr>
          <a:xfrm>
            <a:off x="626075" y="1700091"/>
            <a:ext cx="48013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パスワードを再発行します</a:t>
            </a:r>
            <a:endParaRPr kumimoji="1" lang="en-US" altLang="ja-JP" dirty="0"/>
          </a:p>
          <a:p>
            <a:r>
              <a:rPr kumimoji="1" lang="ja-JP" altLang="en-US" dirty="0"/>
              <a:t>旧パスワードは利用できなくなります</a:t>
            </a:r>
            <a:endParaRPr kumimoji="1" lang="en-US" altLang="ja-JP" dirty="0"/>
          </a:p>
          <a:p>
            <a:r>
              <a:rPr kumimoji="1" lang="ja-JP" altLang="en-US" dirty="0"/>
              <a:t>届いたパスワードで再ログインしてください</a:t>
            </a:r>
            <a:endParaRPr kumimoji="1" lang="en-US" altLang="ja-JP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E9196B1-9FD4-7E3E-AE41-98B5C9F8B0DA}"/>
              </a:ext>
            </a:extLst>
          </p:cNvPr>
          <p:cNvSpPr/>
          <p:nvPr/>
        </p:nvSpPr>
        <p:spPr>
          <a:xfrm>
            <a:off x="1165363" y="2893301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再発行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3CBB404-C4B9-4A13-BBCC-075ED1307D94}"/>
              </a:ext>
            </a:extLst>
          </p:cNvPr>
          <p:cNvSpPr/>
          <p:nvPr/>
        </p:nvSpPr>
        <p:spPr>
          <a:xfrm>
            <a:off x="2605419" y="2860380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戻る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6EDEE28-EB6B-EFDB-62CB-F11C29BB33C0}"/>
              </a:ext>
            </a:extLst>
          </p:cNvPr>
          <p:cNvSpPr txBox="1"/>
          <p:nvPr/>
        </p:nvSpPr>
        <p:spPr>
          <a:xfrm>
            <a:off x="6299934" y="1781692"/>
            <a:ext cx="393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戻るボタンでログイン画面に戻る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2320153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AAF0F-2565-6454-2933-144C34A96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A7C5C8-E870-68E3-2F4A-B8AD77938DB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70EA124-2E1B-9655-57AC-801B2A331CE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スーパーバイザー管理画面（</a:t>
            </a:r>
            <a:r>
              <a:rPr kumimoji="1" lang="en-US" altLang="ja-JP" dirty="0"/>
              <a:t>PC</a:t>
            </a:r>
            <a:r>
              <a:rPr kumimoji="1" lang="ja-JP" altLang="en-US" dirty="0"/>
              <a:t>で行うことを想定）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28A13B9B-70BF-41A3-7B88-F0411A8928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56747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4A8D091-FDBC-BB75-BE8D-F0FD9A62AED5}"/>
              </a:ext>
            </a:extLst>
          </p:cNvPr>
          <p:cNvSpPr txBox="1"/>
          <p:nvPr/>
        </p:nvSpPr>
        <p:spPr>
          <a:xfrm>
            <a:off x="462169" y="1103243"/>
            <a:ext cx="1948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全体表示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0EA043D-5B0B-B3C5-8A18-F298DC067360}"/>
              </a:ext>
            </a:extLst>
          </p:cNvPr>
          <p:cNvSpPr/>
          <p:nvPr/>
        </p:nvSpPr>
        <p:spPr>
          <a:xfrm>
            <a:off x="462168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3592C4B-7EF8-0509-EF8D-EC76242B3B5A}"/>
              </a:ext>
            </a:extLst>
          </p:cNvPr>
          <p:cNvSpPr/>
          <p:nvPr/>
        </p:nvSpPr>
        <p:spPr>
          <a:xfrm>
            <a:off x="1697933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F19B79B-472C-18CB-E65B-1DEC9FBDB53D}"/>
              </a:ext>
            </a:extLst>
          </p:cNvPr>
          <p:cNvSpPr/>
          <p:nvPr/>
        </p:nvSpPr>
        <p:spPr>
          <a:xfrm>
            <a:off x="3033090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D23B6A0-96BB-5C2B-1790-84D25B14933B}"/>
              </a:ext>
            </a:extLst>
          </p:cNvPr>
          <p:cNvSpPr txBox="1"/>
          <p:nvPr/>
        </p:nvSpPr>
        <p:spPr>
          <a:xfrm>
            <a:off x="4780722" y="1287909"/>
            <a:ext cx="6182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全体表示では登録済みの全博物館の一覧が表示される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新たに博物館を登録する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登録済みの博物館を削除する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修正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登録済みの博物館の管理者の修正を行う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アカウント情報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パスワード変更などができる画面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94A9C80-9C39-C713-A2A1-9E918F48D3C2}"/>
              </a:ext>
            </a:extLst>
          </p:cNvPr>
          <p:cNvSpPr/>
          <p:nvPr/>
        </p:nvSpPr>
        <p:spPr>
          <a:xfrm>
            <a:off x="4256432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アカウント情報</a:t>
            </a:r>
          </a:p>
        </p:txBody>
      </p:sp>
    </p:spTree>
    <p:extLst>
      <p:ext uri="{BB962C8B-B14F-4D97-AF65-F5344CB8AC3E}">
        <p14:creationId xmlns:p14="http://schemas.microsoft.com/office/powerpoint/2010/main" val="3337813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4921-8F85-B8B8-CA07-64E79C90F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A30E02B-F706-C714-82D0-CD93951B304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BC8B690-0753-CBDB-7DDE-793EB57764B7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9E5D9A80-8E56-90CA-9732-589E72A8BBC5}"/>
              </a:ext>
            </a:extLst>
          </p:cNvPr>
          <p:cNvSpPr/>
          <p:nvPr/>
        </p:nvSpPr>
        <p:spPr>
          <a:xfrm>
            <a:off x="986456" y="1972694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F2D7866-0028-CD36-0C67-85BDBD88D4AA}"/>
              </a:ext>
            </a:extLst>
          </p:cNvPr>
          <p:cNvSpPr txBox="1"/>
          <p:nvPr/>
        </p:nvSpPr>
        <p:spPr>
          <a:xfrm>
            <a:off x="2927898" y="197269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4A3D19A-6C6F-82B3-CBB5-A4491058FB14}"/>
              </a:ext>
            </a:extLst>
          </p:cNvPr>
          <p:cNvSpPr/>
          <p:nvPr/>
        </p:nvSpPr>
        <p:spPr>
          <a:xfrm>
            <a:off x="986456" y="2464679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AB46D3A-8F09-BF6D-3CA5-BD0CA622CF47}"/>
              </a:ext>
            </a:extLst>
          </p:cNvPr>
          <p:cNvSpPr txBox="1"/>
          <p:nvPr/>
        </p:nvSpPr>
        <p:spPr>
          <a:xfrm>
            <a:off x="2927898" y="242334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17DF3DA-8E14-A9C7-7FD6-454F5E1C81C3}"/>
              </a:ext>
            </a:extLst>
          </p:cNvPr>
          <p:cNvSpPr/>
          <p:nvPr/>
        </p:nvSpPr>
        <p:spPr>
          <a:xfrm>
            <a:off x="986456" y="302127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381AB08-1AA2-77BC-FCBC-171F939FE5D4}"/>
              </a:ext>
            </a:extLst>
          </p:cNvPr>
          <p:cNvSpPr txBox="1"/>
          <p:nvPr/>
        </p:nvSpPr>
        <p:spPr>
          <a:xfrm>
            <a:off x="2927898" y="299800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新しいパスワード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0D1F12B-CC68-B6A6-4D12-ABB2B588A2BC}"/>
              </a:ext>
            </a:extLst>
          </p:cNvPr>
          <p:cNvSpPr/>
          <p:nvPr/>
        </p:nvSpPr>
        <p:spPr>
          <a:xfrm>
            <a:off x="2297597" y="5665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03DB441C-CE56-7CB8-36B8-0844EE1EEB39}"/>
              </a:ext>
            </a:extLst>
          </p:cNvPr>
          <p:cNvSpPr/>
          <p:nvPr/>
        </p:nvSpPr>
        <p:spPr>
          <a:xfrm>
            <a:off x="1056863" y="56653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6B9C479B-D3EF-CFBB-372E-141A4E0B35BD}"/>
              </a:ext>
            </a:extLst>
          </p:cNvPr>
          <p:cNvSpPr/>
          <p:nvPr/>
        </p:nvSpPr>
        <p:spPr>
          <a:xfrm>
            <a:off x="617877" y="1192698"/>
            <a:ext cx="8257765" cy="51981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4A83EB1-B392-9450-14FF-D86C8933B599}"/>
              </a:ext>
            </a:extLst>
          </p:cNvPr>
          <p:cNvSpPr txBox="1"/>
          <p:nvPr/>
        </p:nvSpPr>
        <p:spPr>
          <a:xfrm>
            <a:off x="986456" y="1398030"/>
            <a:ext cx="4234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A96B3D0-38E7-4213-5589-2007751340FC}"/>
              </a:ext>
            </a:extLst>
          </p:cNvPr>
          <p:cNvSpPr/>
          <p:nvPr/>
        </p:nvSpPr>
        <p:spPr>
          <a:xfrm>
            <a:off x="986456" y="357650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78A5F88-261C-6EEA-9020-B49A0DCFE5EE}"/>
              </a:ext>
            </a:extLst>
          </p:cNvPr>
          <p:cNvSpPr txBox="1"/>
          <p:nvPr/>
        </p:nvSpPr>
        <p:spPr>
          <a:xfrm>
            <a:off x="3001617" y="3576501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新しいパスワード確認用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56B095F-CCFA-0371-6F82-37B5B8B32B2F}"/>
              </a:ext>
            </a:extLst>
          </p:cNvPr>
          <p:cNvSpPr/>
          <p:nvPr/>
        </p:nvSpPr>
        <p:spPr>
          <a:xfrm>
            <a:off x="986456" y="4226727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0768ED8-DF97-82F2-7CFC-8F6DD2164D97}"/>
              </a:ext>
            </a:extLst>
          </p:cNvPr>
          <p:cNvSpPr txBox="1"/>
          <p:nvPr/>
        </p:nvSpPr>
        <p:spPr>
          <a:xfrm>
            <a:off x="2927898" y="4154996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76B6A83-F1D8-0C0D-CB9D-9E850A9966CE}"/>
              </a:ext>
            </a:extLst>
          </p:cNvPr>
          <p:cNvSpPr txBox="1"/>
          <p:nvPr/>
        </p:nvSpPr>
        <p:spPr>
          <a:xfrm>
            <a:off x="867398" y="4876953"/>
            <a:ext cx="6152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現在のパスワードに正しいパスワードを入力後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ボタンを押してください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486337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5249B-9F94-BF63-1C86-33E038E3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A04696B-9FC6-0772-C893-E952720D7680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4D8151C-8836-4E81-4858-04A08A2BF396}"/>
              </a:ext>
            </a:extLst>
          </p:cNvPr>
          <p:cNvSpPr txBox="1"/>
          <p:nvPr/>
        </p:nvSpPr>
        <p:spPr>
          <a:xfrm>
            <a:off x="407503" y="198783"/>
            <a:ext cx="8547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アカウント情報（現在のパスワードが間違っている場合）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A66B808-1481-0163-58F1-50B4F892BDCB}"/>
              </a:ext>
            </a:extLst>
          </p:cNvPr>
          <p:cNvSpPr/>
          <p:nvPr/>
        </p:nvSpPr>
        <p:spPr>
          <a:xfrm>
            <a:off x="986456" y="1972694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5881C801-C7A6-E034-B725-04A24583B43D}"/>
              </a:ext>
            </a:extLst>
          </p:cNvPr>
          <p:cNvSpPr txBox="1"/>
          <p:nvPr/>
        </p:nvSpPr>
        <p:spPr>
          <a:xfrm>
            <a:off x="2927898" y="197269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8B66682-DE0A-D6CE-FF6D-C37ACEC0CCB5}"/>
              </a:ext>
            </a:extLst>
          </p:cNvPr>
          <p:cNvSpPr/>
          <p:nvPr/>
        </p:nvSpPr>
        <p:spPr>
          <a:xfrm>
            <a:off x="986456" y="2464679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E2A7946-43E2-1053-78A0-CFA141006345}"/>
              </a:ext>
            </a:extLst>
          </p:cNvPr>
          <p:cNvSpPr txBox="1"/>
          <p:nvPr/>
        </p:nvSpPr>
        <p:spPr>
          <a:xfrm>
            <a:off x="2927898" y="242334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863FB2A-79A2-2CBE-0DDC-BEE87542FA2C}"/>
              </a:ext>
            </a:extLst>
          </p:cNvPr>
          <p:cNvSpPr/>
          <p:nvPr/>
        </p:nvSpPr>
        <p:spPr>
          <a:xfrm>
            <a:off x="986456" y="302127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AEF63B7-64E3-03C8-D543-49EE184B0B80}"/>
              </a:ext>
            </a:extLst>
          </p:cNvPr>
          <p:cNvSpPr txBox="1"/>
          <p:nvPr/>
        </p:nvSpPr>
        <p:spPr>
          <a:xfrm>
            <a:off x="2927898" y="299800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新しいパスワード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56923E7-DB88-8519-126B-7431CF4BA3A8}"/>
              </a:ext>
            </a:extLst>
          </p:cNvPr>
          <p:cNvSpPr/>
          <p:nvPr/>
        </p:nvSpPr>
        <p:spPr>
          <a:xfrm>
            <a:off x="2297597" y="5665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3376F512-6247-0F14-B78A-B1A43FE7CE4E}"/>
              </a:ext>
            </a:extLst>
          </p:cNvPr>
          <p:cNvSpPr/>
          <p:nvPr/>
        </p:nvSpPr>
        <p:spPr>
          <a:xfrm>
            <a:off x="1056863" y="56653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B0864C2B-B742-D885-796D-9849FCB7B6C9}"/>
              </a:ext>
            </a:extLst>
          </p:cNvPr>
          <p:cNvSpPr/>
          <p:nvPr/>
        </p:nvSpPr>
        <p:spPr>
          <a:xfrm>
            <a:off x="617877" y="1192698"/>
            <a:ext cx="8257765" cy="51981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D59B25-336D-B24E-B192-548EA28F25A9}"/>
              </a:ext>
            </a:extLst>
          </p:cNvPr>
          <p:cNvSpPr txBox="1"/>
          <p:nvPr/>
        </p:nvSpPr>
        <p:spPr>
          <a:xfrm>
            <a:off x="986456" y="1398030"/>
            <a:ext cx="4234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9AC561E-22B0-77E4-7160-9D8810FCE2BA}"/>
              </a:ext>
            </a:extLst>
          </p:cNvPr>
          <p:cNvSpPr/>
          <p:nvPr/>
        </p:nvSpPr>
        <p:spPr>
          <a:xfrm>
            <a:off x="986456" y="357650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410025-F2AA-8E69-886D-05BD2A6016B8}"/>
              </a:ext>
            </a:extLst>
          </p:cNvPr>
          <p:cNvSpPr txBox="1"/>
          <p:nvPr/>
        </p:nvSpPr>
        <p:spPr>
          <a:xfrm>
            <a:off x="3001617" y="3576501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新しいパスワード確認用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6F6CC2C-9B15-B68D-A8A5-CA29AEC0D6C4}"/>
              </a:ext>
            </a:extLst>
          </p:cNvPr>
          <p:cNvSpPr/>
          <p:nvPr/>
        </p:nvSpPr>
        <p:spPr>
          <a:xfrm>
            <a:off x="986456" y="4226727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BE77135-C41A-42C5-40DA-2B187FB0CE0F}"/>
              </a:ext>
            </a:extLst>
          </p:cNvPr>
          <p:cNvSpPr txBox="1"/>
          <p:nvPr/>
        </p:nvSpPr>
        <p:spPr>
          <a:xfrm>
            <a:off x="2927898" y="4154996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4A4676D-F837-DAFE-D166-440E9B43B025}"/>
              </a:ext>
            </a:extLst>
          </p:cNvPr>
          <p:cNvSpPr txBox="1"/>
          <p:nvPr/>
        </p:nvSpPr>
        <p:spPr>
          <a:xfrm>
            <a:off x="867398" y="4876953"/>
            <a:ext cx="6152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現在のパスワードに正しいパスワードを入力後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ボタンを押してください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FB5D066-26E0-6D0E-CE04-9A3D9F3B1ED8}"/>
              </a:ext>
            </a:extLst>
          </p:cNvPr>
          <p:cNvSpPr/>
          <p:nvPr/>
        </p:nvSpPr>
        <p:spPr>
          <a:xfrm>
            <a:off x="2297597" y="2584174"/>
            <a:ext cx="5305838" cy="118095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CAC21BC-F81E-8205-3373-7050D6DAB13B}"/>
              </a:ext>
            </a:extLst>
          </p:cNvPr>
          <p:cNvSpPr txBox="1"/>
          <p:nvPr/>
        </p:nvSpPr>
        <p:spPr>
          <a:xfrm>
            <a:off x="2786269" y="2882056"/>
            <a:ext cx="394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パスワードが間違っています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E02B4C0-31DF-8577-EA8C-1B15546426F4}"/>
              </a:ext>
            </a:extLst>
          </p:cNvPr>
          <p:cNvSpPr/>
          <p:nvPr/>
        </p:nvSpPr>
        <p:spPr>
          <a:xfrm>
            <a:off x="4312758" y="3290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BF89A45-BF00-1DF7-9A10-C29136D912E5}"/>
              </a:ext>
            </a:extLst>
          </p:cNvPr>
          <p:cNvSpPr txBox="1"/>
          <p:nvPr/>
        </p:nvSpPr>
        <p:spPr>
          <a:xfrm>
            <a:off x="9322904" y="283401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エラーダイアログが出る</a:t>
            </a:r>
          </a:p>
        </p:txBody>
      </p:sp>
    </p:spTree>
    <p:extLst>
      <p:ext uri="{BB962C8B-B14F-4D97-AF65-F5344CB8AC3E}">
        <p14:creationId xmlns:p14="http://schemas.microsoft.com/office/powerpoint/2010/main" val="33173537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C7731-9563-1FED-2948-87861A258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8CB6555-AE2A-89AE-6024-6CDFADAE63D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01B2776-9FC1-66F5-8B50-5052730D2D08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E3933E4-F5EE-9011-98FC-EF492DC4BEB3}"/>
              </a:ext>
            </a:extLst>
          </p:cNvPr>
          <p:cNvSpPr txBox="1"/>
          <p:nvPr/>
        </p:nvSpPr>
        <p:spPr>
          <a:xfrm>
            <a:off x="1033670" y="1312756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博物館名の入力画面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3A38E81-893C-4777-497B-1DC1215A3BC2}"/>
              </a:ext>
            </a:extLst>
          </p:cNvPr>
          <p:cNvSpPr/>
          <p:nvPr/>
        </p:nvSpPr>
        <p:spPr>
          <a:xfrm>
            <a:off x="1192697" y="1948860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2B60EB9-A38A-72A0-3B14-148BC94BE8EA}"/>
              </a:ext>
            </a:extLst>
          </p:cNvPr>
          <p:cNvSpPr txBox="1"/>
          <p:nvPr/>
        </p:nvSpPr>
        <p:spPr>
          <a:xfrm>
            <a:off x="1033670" y="2624721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博物館名を入力してください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9C3B6C1-A5D6-A09A-C37D-B92A841E0F95}"/>
              </a:ext>
            </a:extLst>
          </p:cNvPr>
          <p:cNvSpPr/>
          <p:nvPr/>
        </p:nvSpPr>
        <p:spPr>
          <a:xfrm>
            <a:off x="1451113" y="3262409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97D4601-4545-316B-7F59-02064ED0AF26}"/>
              </a:ext>
            </a:extLst>
          </p:cNvPr>
          <p:cNvSpPr/>
          <p:nvPr/>
        </p:nvSpPr>
        <p:spPr>
          <a:xfrm>
            <a:off x="2842591" y="326082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3540DDF-96C3-D391-FE5B-8B8A0C31516D}"/>
              </a:ext>
            </a:extLst>
          </p:cNvPr>
          <p:cNvSpPr/>
          <p:nvPr/>
        </p:nvSpPr>
        <p:spPr>
          <a:xfrm>
            <a:off x="765313" y="1682088"/>
            <a:ext cx="3627783" cy="22446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16B54CE-1BE1-4952-7110-0B7380A209ED}"/>
              </a:ext>
            </a:extLst>
          </p:cNvPr>
          <p:cNvSpPr txBox="1"/>
          <p:nvPr/>
        </p:nvSpPr>
        <p:spPr>
          <a:xfrm>
            <a:off x="407504" y="4319343"/>
            <a:ext cx="3473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中止の場合、全体表示に戻る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27121D-797D-7A93-EEEE-4B33514C51FD}"/>
              </a:ext>
            </a:extLst>
          </p:cNvPr>
          <p:cNvSpPr txBox="1"/>
          <p:nvPr/>
        </p:nvSpPr>
        <p:spPr>
          <a:xfrm>
            <a:off x="5963478" y="1128090"/>
            <a:ext cx="3412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一人目の管理者の登録画面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575B226-09B3-2074-C2A6-06AB80A7391D}"/>
              </a:ext>
            </a:extLst>
          </p:cNvPr>
          <p:cNvSpPr/>
          <p:nvPr/>
        </p:nvSpPr>
        <p:spPr>
          <a:xfrm>
            <a:off x="6357732" y="180474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2E4E5E7-7B58-CD86-03B1-FA32F0656C46}"/>
              </a:ext>
            </a:extLst>
          </p:cNvPr>
          <p:cNvSpPr txBox="1"/>
          <p:nvPr/>
        </p:nvSpPr>
        <p:spPr>
          <a:xfrm>
            <a:off x="8299174" y="18047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3FB3147-0B71-D781-5502-0E7B12A4D668}"/>
              </a:ext>
            </a:extLst>
          </p:cNvPr>
          <p:cNvSpPr/>
          <p:nvPr/>
        </p:nvSpPr>
        <p:spPr>
          <a:xfrm>
            <a:off x="6357732" y="2296726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572E840-D789-D2B7-7A10-AE3987740CAF}"/>
              </a:ext>
            </a:extLst>
          </p:cNvPr>
          <p:cNvSpPr txBox="1"/>
          <p:nvPr/>
        </p:nvSpPr>
        <p:spPr>
          <a:xfrm>
            <a:off x="8299174" y="225538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61C1A9E-4C30-6D33-5D2A-BFCAD5066C53}"/>
              </a:ext>
            </a:extLst>
          </p:cNvPr>
          <p:cNvSpPr/>
          <p:nvPr/>
        </p:nvSpPr>
        <p:spPr>
          <a:xfrm>
            <a:off x="6357732" y="2853318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6D729CD-E50A-42EB-C60E-E488F8EBEE03}"/>
              </a:ext>
            </a:extLst>
          </p:cNvPr>
          <p:cNvSpPr txBox="1"/>
          <p:nvPr/>
        </p:nvSpPr>
        <p:spPr>
          <a:xfrm>
            <a:off x="8299174" y="274737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A4FF85B-9821-3B7A-61E0-404BAAF1195D}"/>
              </a:ext>
            </a:extLst>
          </p:cNvPr>
          <p:cNvSpPr/>
          <p:nvPr/>
        </p:nvSpPr>
        <p:spPr>
          <a:xfrm>
            <a:off x="7586871" y="3581250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52ABD40-4752-43B4-F8E3-0943EB83FEB5}"/>
              </a:ext>
            </a:extLst>
          </p:cNvPr>
          <p:cNvSpPr/>
          <p:nvPr/>
        </p:nvSpPr>
        <p:spPr>
          <a:xfrm>
            <a:off x="6346137" y="358125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8CEA834-769C-B8BE-13CF-1DB6205F5F30}"/>
              </a:ext>
            </a:extLst>
          </p:cNvPr>
          <p:cNvSpPr/>
          <p:nvPr/>
        </p:nvSpPr>
        <p:spPr>
          <a:xfrm>
            <a:off x="5769661" y="1625045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D8540DA-58C0-B5DF-B955-0C76E101AFCB}"/>
              </a:ext>
            </a:extLst>
          </p:cNvPr>
          <p:cNvSpPr txBox="1"/>
          <p:nvPr/>
        </p:nvSpPr>
        <p:spPr>
          <a:xfrm>
            <a:off x="5456582" y="4722445"/>
            <a:ext cx="58442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管理者は複数登録可能。</a:t>
            </a:r>
            <a:endParaRPr kumimoji="1" lang="en-US" altLang="ja-JP" dirty="0"/>
          </a:p>
          <a:p>
            <a:r>
              <a:rPr kumimoji="1" lang="ja-JP" altLang="en-US" dirty="0"/>
              <a:t>必ず一人目の管理者が必要。</a:t>
            </a:r>
            <a:endParaRPr kumimoji="1" lang="en-US" altLang="ja-JP" dirty="0"/>
          </a:p>
          <a:p>
            <a:r>
              <a:rPr kumimoji="1" lang="ja-JP" altLang="en-US" dirty="0"/>
              <a:t>登録しないで中止ボタンを押すと、全体表示に戻る</a:t>
            </a:r>
            <a:endParaRPr kumimoji="1" lang="en-US" altLang="ja-JP" dirty="0"/>
          </a:p>
          <a:p>
            <a:r>
              <a:rPr kumimoji="1" lang="ja-JP" altLang="en-US" dirty="0"/>
              <a:t>これは博物館の新規登録ができていない状態。</a:t>
            </a:r>
            <a:endParaRPr kumimoji="1" lang="en-US" altLang="ja-JP" dirty="0"/>
          </a:p>
          <a:p>
            <a:r>
              <a:rPr lang="en-US" altLang="ja-JP" dirty="0"/>
              <a:t>OK</a:t>
            </a:r>
            <a:r>
              <a:rPr lang="ja-JP" altLang="en-US" dirty="0"/>
              <a:t>を押すと次の管理者入力が必要か確認画面になる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708884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41807-B308-83A8-3402-06A542E94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58ACEA4-5BA9-FABE-2CF4-CE4A16455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65F007-BDB8-3DB3-DD69-DCC269282256}"/>
              </a:ext>
            </a:extLst>
          </p:cNvPr>
          <p:cNvSpPr txBox="1"/>
          <p:nvPr/>
        </p:nvSpPr>
        <p:spPr>
          <a:xfrm>
            <a:off x="427374" y="198783"/>
            <a:ext cx="8627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一人目の管理者の登録直後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D7E9E42-92A8-3341-B908-B58765A710A2}"/>
              </a:ext>
            </a:extLst>
          </p:cNvPr>
          <p:cNvSpPr txBox="1"/>
          <p:nvPr/>
        </p:nvSpPr>
        <p:spPr>
          <a:xfrm>
            <a:off x="5963478" y="1128090"/>
            <a:ext cx="3412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次の管理者の登録画面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94197BF-B95B-0774-85C7-AFBFBFB06A8C}"/>
              </a:ext>
            </a:extLst>
          </p:cNvPr>
          <p:cNvSpPr/>
          <p:nvPr/>
        </p:nvSpPr>
        <p:spPr>
          <a:xfrm>
            <a:off x="6357732" y="180474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EF4AA67-BB75-D7A2-840C-F974522C2570}"/>
              </a:ext>
            </a:extLst>
          </p:cNvPr>
          <p:cNvSpPr txBox="1"/>
          <p:nvPr/>
        </p:nvSpPr>
        <p:spPr>
          <a:xfrm>
            <a:off x="8299174" y="18047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5CA73CC-2F53-AEE9-93F3-662F88E62C01}"/>
              </a:ext>
            </a:extLst>
          </p:cNvPr>
          <p:cNvSpPr/>
          <p:nvPr/>
        </p:nvSpPr>
        <p:spPr>
          <a:xfrm>
            <a:off x="6357732" y="2296726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2D5B472-8A6D-5BAA-9655-1C266967E28C}"/>
              </a:ext>
            </a:extLst>
          </p:cNvPr>
          <p:cNvSpPr txBox="1"/>
          <p:nvPr/>
        </p:nvSpPr>
        <p:spPr>
          <a:xfrm>
            <a:off x="8299174" y="225538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3364DBD-8518-3B7B-0202-DD7A6731BCAB}"/>
              </a:ext>
            </a:extLst>
          </p:cNvPr>
          <p:cNvSpPr/>
          <p:nvPr/>
        </p:nvSpPr>
        <p:spPr>
          <a:xfrm>
            <a:off x="6357732" y="2853318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7DA651F-3A50-B385-D58D-317895283CFE}"/>
              </a:ext>
            </a:extLst>
          </p:cNvPr>
          <p:cNvSpPr txBox="1"/>
          <p:nvPr/>
        </p:nvSpPr>
        <p:spPr>
          <a:xfrm>
            <a:off x="8299174" y="274737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6B28515-334B-6016-F0BB-F912C0EA9482}"/>
              </a:ext>
            </a:extLst>
          </p:cNvPr>
          <p:cNvSpPr/>
          <p:nvPr/>
        </p:nvSpPr>
        <p:spPr>
          <a:xfrm>
            <a:off x="7586871" y="3581250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43D43A71-F271-D02F-C690-58FCDBABBB78}"/>
              </a:ext>
            </a:extLst>
          </p:cNvPr>
          <p:cNvSpPr/>
          <p:nvPr/>
        </p:nvSpPr>
        <p:spPr>
          <a:xfrm>
            <a:off x="6346137" y="358125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4DED9CD8-066B-AB5F-9FE8-1571BA6C0EB7}"/>
              </a:ext>
            </a:extLst>
          </p:cNvPr>
          <p:cNvSpPr/>
          <p:nvPr/>
        </p:nvSpPr>
        <p:spPr>
          <a:xfrm>
            <a:off x="5769661" y="1625045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AE77920-9AA2-38F9-019D-0A7335406378}"/>
              </a:ext>
            </a:extLst>
          </p:cNvPr>
          <p:cNvSpPr txBox="1"/>
          <p:nvPr/>
        </p:nvSpPr>
        <p:spPr>
          <a:xfrm>
            <a:off x="5456582" y="4722445"/>
            <a:ext cx="5844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「中止」は次の管理者登録は行わず全体表示に戻る。</a:t>
            </a:r>
            <a:endParaRPr kumimoji="1" lang="en-US" altLang="ja-JP" dirty="0"/>
          </a:p>
          <a:p>
            <a:r>
              <a:rPr kumimoji="1" lang="ja-JP" altLang="en-US" dirty="0"/>
              <a:t>これは前の画面で「いいえ」を押したのと同等</a:t>
            </a:r>
            <a:br>
              <a:rPr kumimoji="1" lang="en-US" altLang="ja-JP" dirty="0"/>
            </a:br>
            <a:r>
              <a:rPr kumimoji="1" lang="ja-JP" altLang="en-US" dirty="0"/>
              <a:t>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」を押すと管理者登録、登録後次の管理者登録画面に移動、以降同じ</a:t>
            </a:r>
            <a:endParaRPr kumimoji="1" lang="en-US" altLang="ja-JP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39EFA82-34B7-B53C-7DA8-761D33F63050}"/>
              </a:ext>
            </a:extLst>
          </p:cNvPr>
          <p:cNvSpPr txBox="1"/>
          <p:nvPr/>
        </p:nvSpPr>
        <p:spPr>
          <a:xfrm>
            <a:off x="540677" y="1631595"/>
            <a:ext cx="32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次の管理者を登録しますか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043D028-65E2-3C53-61EB-04305A434EF6}"/>
              </a:ext>
            </a:extLst>
          </p:cNvPr>
          <p:cNvSpPr/>
          <p:nvPr/>
        </p:nvSpPr>
        <p:spPr>
          <a:xfrm>
            <a:off x="795782" y="2423629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いいえ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ACBC1EA-7AAD-DBD9-5A02-3C56CDB5DFD8}"/>
              </a:ext>
            </a:extLst>
          </p:cNvPr>
          <p:cNvSpPr/>
          <p:nvPr/>
        </p:nvSpPr>
        <p:spPr>
          <a:xfrm>
            <a:off x="2164068" y="243436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はい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D683E7A-4C5F-0447-C35B-7269133122B0}"/>
              </a:ext>
            </a:extLst>
          </p:cNvPr>
          <p:cNvSpPr/>
          <p:nvPr/>
        </p:nvSpPr>
        <p:spPr>
          <a:xfrm>
            <a:off x="392587" y="1312756"/>
            <a:ext cx="3581692" cy="19098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3D07998-90AF-29BF-D502-8ACD1D09ACD8}"/>
              </a:ext>
            </a:extLst>
          </p:cNvPr>
          <p:cNvSpPr txBox="1"/>
          <p:nvPr/>
        </p:nvSpPr>
        <p:spPr>
          <a:xfrm>
            <a:off x="213690" y="3429000"/>
            <a:ext cx="47856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「いいえ」で新規登録終了し全体表示に戻る</a:t>
            </a:r>
            <a:br>
              <a:rPr kumimoji="1" lang="en-US" altLang="ja-JP" dirty="0"/>
            </a:br>
            <a:r>
              <a:rPr kumimoji="1" lang="ja-JP" altLang="en-US" dirty="0"/>
              <a:t>「はい」で次の管理者登録画面に</a:t>
            </a:r>
            <a:br>
              <a:rPr kumimoji="1" lang="en-US" altLang="ja-JP" dirty="0"/>
            </a:b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683921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EA1-C9A4-8DF7-A77C-BEB988456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0757D82-015E-A547-C21C-3A2CA93C216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BDEE12F-082C-FB9B-05F0-F54A33D690A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3236D055-A80B-940F-0E0A-701FB83E9B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781855"/>
              </p:ext>
            </p:extLst>
          </p:nvPr>
        </p:nvGraphicFramePr>
        <p:xfrm>
          <a:off x="407503" y="1164461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4CD40E0-DB13-BF4D-F2AE-F0AFDB960370}"/>
              </a:ext>
            </a:extLst>
          </p:cNvPr>
          <p:cNvSpPr/>
          <p:nvPr/>
        </p:nvSpPr>
        <p:spPr>
          <a:xfrm>
            <a:off x="462168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C2E8D31-0417-65A5-0263-6F2F5870DF12}"/>
              </a:ext>
            </a:extLst>
          </p:cNvPr>
          <p:cNvSpPr/>
          <p:nvPr/>
        </p:nvSpPr>
        <p:spPr>
          <a:xfrm>
            <a:off x="1697933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60949C5-67ED-63D6-318F-D2CC7B2EACA9}"/>
              </a:ext>
            </a:extLst>
          </p:cNvPr>
          <p:cNvSpPr/>
          <p:nvPr/>
        </p:nvSpPr>
        <p:spPr>
          <a:xfrm>
            <a:off x="3033090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9DFA8A6-7B6A-BB7E-3732-823CC7E1C570}"/>
              </a:ext>
            </a:extLst>
          </p:cNvPr>
          <p:cNvSpPr/>
          <p:nvPr/>
        </p:nvSpPr>
        <p:spPr>
          <a:xfrm>
            <a:off x="1620904" y="356317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C3F92AF-00A5-8C0F-F13B-5D12E3A51CBA}"/>
              </a:ext>
            </a:extLst>
          </p:cNvPr>
          <p:cNvSpPr txBox="1"/>
          <p:nvPr/>
        </p:nvSpPr>
        <p:spPr>
          <a:xfrm>
            <a:off x="1341783" y="4765665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F164D9C1-20F6-069A-1C74-3CB2DD189D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195940"/>
              </p:ext>
            </p:extLst>
          </p:nvPr>
        </p:nvGraphicFramePr>
        <p:xfrm>
          <a:off x="5360502" y="1505705"/>
          <a:ext cx="4837047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58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998587">
                  <a:extLst>
                    <a:ext uri="{9D8B030D-6E8A-4147-A177-3AD203B41FA5}">
                      <a16:colId xmlns:a16="http://schemas.microsoft.com/office/drawing/2014/main" val="474624328"/>
                    </a:ext>
                  </a:extLst>
                </a:gridCol>
                <a:gridCol w="839873">
                  <a:extLst>
                    <a:ext uri="{9D8B030D-6E8A-4147-A177-3AD203B41FA5}">
                      <a16:colId xmlns:a16="http://schemas.microsoft.com/office/drawing/2014/main" val="2211274183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削除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E757489-3041-AFD4-76D3-643983FB17CB}"/>
              </a:ext>
            </a:extLst>
          </p:cNvPr>
          <p:cNvSpPr txBox="1"/>
          <p:nvPr/>
        </p:nvSpPr>
        <p:spPr>
          <a:xfrm>
            <a:off x="5466522" y="1003852"/>
            <a:ext cx="395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削除する博物館を選択してください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EB1495A-096D-27F0-2A82-911B2050DE11}"/>
              </a:ext>
            </a:extLst>
          </p:cNvPr>
          <p:cNvSpPr/>
          <p:nvPr/>
        </p:nvSpPr>
        <p:spPr>
          <a:xfrm>
            <a:off x="6891132" y="3974067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9E8BDF2-E7A9-ADCF-3DDD-4983E04B602D}"/>
              </a:ext>
            </a:extLst>
          </p:cNvPr>
          <p:cNvSpPr/>
          <p:nvPr/>
        </p:nvSpPr>
        <p:spPr>
          <a:xfrm>
            <a:off x="5362162" y="397406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E22A448-612E-EB14-A5E9-5E1522C34262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22229064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6857E-9E97-74E9-3984-BBB424826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D6F97C-4765-D9F8-F862-CDC0FB99EE5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60436B-33B4-56A8-542E-3281787A937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E09DA6A1-B6B0-E214-1157-B94AFD123EA6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164461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22C6F1E-A12A-3EA8-130E-3DB62793B645}"/>
              </a:ext>
            </a:extLst>
          </p:cNvPr>
          <p:cNvSpPr/>
          <p:nvPr/>
        </p:nvSpPr>
        <p:spPr>
          <a:xfrm>
            <a:off x="462168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A8CAD32-B42B-D380-F050-B46E812D08AA}"/>
              </a:ext>
            </a:extLst>
          </p:cNvPr>
          <p:cNvSpPr/>
          <p:nvPr/>
        </p:nvSpPr>
        <p:spPr>
          <a:xfrm>
            <a:off x="1697933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523DB27-5C41-C6F4-E687-8C340BFBDDC4}"/>
              </a:ext>
            </a:extLst>
          </p:cNvPr>
          <p:cNvSpPr/>
          <p:nvPr/>
        </p:nvSpPr>
        <p:spPr>
          <a:xfrm>
            <a:off x="3033090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9A4E580D-E09A-9F29-9C19-45CCE41E2B80}"/>
              </a:ext>
            </a:extLst>
          </p:cNvPr>
          <p:cNvSpPr/>
          <p:nvPr/>
        </p:nvSpPr>
        <p:spPr>
          <a:xfrm>
            <a:off x="2956061" y="356317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52383DF-F1C5-2936-C437-267709A24581}"/>
              </a:ext>
            </a:extLst>
          </p:cNvPr>
          <p:cNvSpPr txBox="1"/>
          <p:nvPr/>
        </p:nvSpPr>
        <p:spPr>
          <a:xfrm>
            <a:off x="1341783" y="4765665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622D151F-D233-F63E-CCD1-A769D1408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076815"/>
              </p:ext>
            </p:extLst>
          </p:nvPr>
        </p:nvGraphicFramePr>
        <p:xfrm>
          <a:off x="5360502" y="1505705"/>
          <a:ext cx="4837047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58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998587">
                  <a:extLst>
                    <a:ext uri="{9D8B030D-6E8A-4147-A177-3AD203B41FA5}">
                      <a16:colId xmlns:a16="http://schemas.microsoft.com/office/drawing/2014/main" val="474624328"/>
                    </a:ext>
                  </a:extLst>
                </a:gridCol>
                <a:gridCol w="839873">
                  <a:extLst>
                    <a:ext uri="{9D8B030D-6E8A-4147-A177-3AD203B41FA5}">
                      <a16:colId xmlns:a16="http://schemas.microsoft.com/office/drawing/2014/main" val="2211274183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82A9C6D-1872-8C52-8002-FE7ED12E0D3E}"/>
              </a:ext>
            </a:extLst>
          </p:cNvPr>
          <p:cNvSpPr txBox="1"/>
          <p:nvPr/>
        </p:nvSpPr>
        <p:spPr>
          <a:xfrm>
            <a:off x="5466522" y="1003852"/>
            <a:ext cx="395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修正する博物館を選択してください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F1E6363-1B06-998E-FD0B-D844919488CF}"/>
              </a:ext>
            </a:extLst>
          </p:cNvPr>
          <p:cNvSpPr/>
          <p:nvPr/>
        </p:nvSpPr>
        <p:spPr>
          <a:xfrm>
            <a:off x="6891132" y="3974067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3FD4D2D-5A2D-8B53-A711-9FFAE03BA0DE}"/>
              </a:ext>
            </a:extLst>
          </p:cNvPr>
          <p:cNvSpPr/>
          <p:nvPr/>
        </p:nvSpPr>
        <p:spPr>
          <a:xfrm>
            <a:off x="5362162" y="397406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8F95790-65CE-FF10-AB11-4DD7C0536A84}"/>
              </a:ext>
            </a:extLst>
          </p:cNvPr>
          <p:cNvSpPr txBox="1"/>
          <p:nvPr/>
        </p:nvSpPr>
        <p:spPr>
          <a:xfrm>
            <a:off x="5178287" y="4930818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13390732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E90B4-2E33-316A-3882-7CDE02D7A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9257D5A-7296-2AD0-0D14-32150908149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BB6716-95FF-7928-C039-3EF4F73F58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対象博物館の管理者修正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276F800F-2C0C-403E-DD9D-E94F2AEF6C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396788"/>
              </p:ext>
            </p:extLst>
          </p:nvPr>
        </p:nvGraphicFramePr>
        <p:xfrm>
          <a:off x="556589" y="1502392"/>
          <a:ext cx="5009324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4662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2504662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管理者氏名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管理者メールアドレス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abc@def.ghi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E185069-6880-16BF-4AC4-09ED5954BFF9}"/>
              </a:ext>
            </a:extLst>
          </p:cNvPr>
          <p:cNvSpPr txBox="1"/>
          <p:nvPr/>
        </p:nvSpPr>
        <p:spPr>
          <a:xfrm>
            <a:off x="566530" y="1073426"/>
            <a:ext cx="3031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06989CD-BBF7-7678-419F-123903CC2A49}"/>
              </a:ext>
            </a:extLst>
          </p:cNvPr>
          <p:cNvSpPr/>
          <p:nvPr/>
        </p:nvSpPr>
        <p:spPr>
          <a:xfrm>
            <a:off x="566530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53D377D-F0CF-6F4A-83DF-EC0FF0BFEB6C}"/>
              </a:ext>
            </a:extLst>
          </p:cNvPr>
          <p:cNvSpPr/>
          <p:nvPr/>
        </p:nvSpPr>
        <p:spPr>
          <a:xfrm>
            <a:off x="2579204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42BB73F-7832-DD5B-8DD8-01703740984E}"/>
              </a:ext>
            </a:extLst>
          </p:cNvPr>
          <p:cNvSpPr/>
          <p:nvPr/>
        </p:nvSpPr>
        <p:spPr>
          <a:xfrm>
            <a:off x="3677479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D837406-AB16-64C0-E6B9-0700CCF22FAB}"/>
              </a:ext>
            </a:extLst>
          </p:cNvPr>
          <p:cNvSpPr txBox="1"/>
          <p:nvPr/>
        </p:nvSpPr>
        <p:spPr>
          <a:xfrm>
            <a:off x="5983358" y="1258092"/>
            <a:ext cx="60628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対象博物館の管理者全員が表示される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博物館全体表示に戻る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新たに管理者を登録する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登録済みの管理者を削除する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修正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登録済みの管理者の修正を行う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8221D460-E6A5-6687-9296-FC43492946B2}"/>
              </a:ext>
            </a:extLst>
          </p:cNvPr>
          <p:cNvSpPr/>
          <p:nvPr/>
        </p:nvSpPr>
        <p:spPr>
          <a:xfrm>
            <a:off x="1572867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</p:spTree>
    <p:extLst>
      <p:ext uri="{BB962C8B-B14F-4D97-AF65-F5344CB8AC3E}">
        <p14:creationId xmlns:p14="http://schemas.microsoft.com/office/powerpoint/2010/main" val="22913473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36EE0-83ED-1CEE-7D12-CA2E0C45B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87F916B-07BB-E167-FF98-7FCAFFA2EAA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EF8256-2BD2-9FB6-6106-998EB0695F9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管理者登録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4CF791B-DA53-5648-AAD6-40DF21DDB29B}"/>
              </a:ext>
            </a:extLst>
          </p:cNvPr>
          <p:cNvSpPr/>
          <p:nvPr/>
        </p:nvSpPr>
        <p:spPr>
          <a:xfrm>
            <a:off x="1038960" y="1230885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0B64FE9-E7CA-5E7B-60DB-9F01935FD4D6}"/>
              </a:ext>
            </a:extLst>
          </p:cNvPr>
          <p:cNvSpPr txBox="1"/>
          <p:nvPr/>
        </p:nvSpPr>
        <p:spPr>
          <a:xfrm>
            <a:off x="2980402" y="123088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51E8526-E37A-851A-70DD-B63AFE65D752}"/>
              </a:ext>
            </a:extLst>
          </p:cNvPr>
          <p:cNvSpPr/>
          <p:nvPr/>
        </p:nvSpPr>
        <p:spPr>
          <a:xfrm>
            <a:off x="1038960" y="1722870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F63A1F0-75AC-6EFC-394E-9DD7F538E7BF}"/>
              </a:ext>
            </a:extLst>
          </p:cNvPr>
          <p:cNvSpPr txBox="1"/>
          <p:nvPr/>
        </p:nvSpPr>
        <p:spPr>
          <a:xfrm>
            <a:off x="2980402" y="168153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F9300BB-0B58-CDD1-11E3-2781B78C969C}"/>
              </a:ext>
            </a:extLst>
          </p:cNvPr>
          <p:cNvSpPr/>
          <p:nvPr/>
        </p:nvSpPr>
        <p:spPr>
          <a:xfrm>
            <a:off x="1038960" y="2279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3E6520D-0BF3-C2C3-632E-FAFCB22CA759}"/>
              </a:ext>
            </a:extLst>
          </p:cNvPr>
          <p:cNvSpPr txBox="1"/>
          <p:nvPr/>
        </p:nvSpPr>
        <p:spPr>
          <a:xfrm>
            <a:off x="2980402" y="21735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B422202-F898-7F51-18E7-B96674B39ABB}"/>
              </a:ext>
            </a:extLst>
          </p:cNvPr>
          <p:cNvSpPr/>
          <p:nvPr/>
        </p:nvSpPr>
        <p:spPr>
          <a:xfrm>
            <a:off x="2268099" y="3007394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70A2B7A8-8906-DAA3-6324-5FDA67B31C62}"/>
              </a:ext>
            </a:extLst>
          </p:cNvPr>
          <p:cNvSpPr/>
          <p:nvPr/>
        </p:nvSpPr>
        <p:spPr>
          <a:xfrm>
            <a:off x="1027365" y="3007394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C68C044-0767-FB4D-8E6D-9A22BF5E3740}"/>
              </a:ext>
            </a:extLst>
          </p:cNvPr>
          <p:cNvSpPr/>
          <p:nvPr/>
        </p:nvSpPr>
        <p:spPr>
          <a:xfrm>
            <a:off x="450889" y="1051189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E7BCE90F-DF59-FBEA-1592-B2CDA4B7B212}"/>
              </a:ext>
            </a:extLst>
          </p:cNvPr>
          <p:cNvSpPr txBox="1"/>
          <p:nvPr/>
        </p:nvSpPr>
        <p:spPr>
          <a:xfrm>
            <a:off x="228600" y="4060510"/>
            <a:ext cx="56851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管理者は複数登録可能。</a:t>
            </a:r>
            <a:endParaRPr kumimoji="1" lang="en-US" altLang="ja-JP" dirty="0"/>
          </a:p>
          <a:p>
            <a:r>
              <a:rPr kumimoji="1" lang="ja-JP" altLang="en-US" dirty="0"/>
              <a:t>登録しないで中止ボタンを押すと、</a:t>
            </a:r>
            <a:endParaRPr kumimoji="1" lang="en-US" altLang="ja-JP" dirty="0"/>
          </a:p>
          <a:p>
            <a:r>
              <a:rPr kumimoji="1" lang="ja-JP" altLang="en-US" dirty="0"/>
              <a:t>一つ前の</a:t>
            </a:r>
            <a:r>
              <a:rPr lang="ja-JP" altLang="en-US" dirty="0"/>
              <a:t>対象博物館の管理者修正画面に戻る</a:t>
            </a:r>
          </a:p>
          <a:p>
            <a:r>
              <a:rPr lang="en-US" altLang="ja-JP" dirty="0"/>
              <a:t>OK</a:t>
            </a:r>
            <a:r>
              <a:rPr lang="ja-JP" altLang="en-US" dirty="0"/>
              <a:t>を押すと次の管理者入力が必要か確認画面になる</a:t>
            </a:r>
            <a:endParaRPr kumimoji="1"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3A0AEA7-D726-F527-AFEF-161CE790D428}"/>
              </a:ext>
            </a:extLst>
          </p:cNvPr>
          <p:cNvSpPr txBox="1"/>
          <p:nvPr/>
        </p:nvSpPr>
        <p:spPr>
          <a:xfrm>
            <a:off x="7170077" y="1595566"/>
            <a:ext cx="32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次の管理者を登録しますか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F2022DA-1FDA-CDF4-D2C7-BE481B30626D}"/>
              </a:ext>
            </a:extLst>
          </p:cNvPr>
          <p:cNvSpPr/>
          <p:nvPr/>
        </p:nvSpPr>
        <p:spPr>
          <a:xfrm>
            <a:off x="7425182" y="238760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いいえ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54A8F97-38D0-AEC0-D88F-B21CEBE159E3}"/>
              </a:ext>
            </a:extLst>
          </p:cNvPr>
          <p:cNvSpPr/>
          <p:nvPr/>
        </p:nvSpPr>
        <p:spPr>
          <a:xfrm>
            <a:off x="8793468" y="2398336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はい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3D39C85-E735-60B6-C4AA-AC3DDDF68E96}"/>
              </a:ext>
            </a:extLst>
          </p:cNvPr>
          <p:cNvSpPr/>
          <p:nvPr/>
        </p:nvSpPr>
        <p:spPr>
          <a:xfrm>
            <a:off x="7021987" y="1276727"/>
            <a:ext cx="3581692" cy="19098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D16773B-9E53-90E1-8EFA-D1C6599523AC}"/>
              </a:ext>
            </a:extLst>
          </p:cNvPr>
          <p:cNvSpPr txBox="1"/>
          <p:nvPr/>
        </p:nvSpPr>
        <p:spPr>
          <a:xfrm>
            <a:off x="6843090" y="3392971"/>
            <a:ext cx="47856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「いいえ」で</a:t>
            </a:r>
            <a:r>
              <a:rPr lang="ja-JP" altLang="en-US" dirty="0"/>
              <a:t>対象博物館の</a:t>
            </a:r>
            <a:endParaRPr lang="en-US" altLang="ja-JP" dirty="0"/>
          </a:p>
          <a:p>
            <a:r>
              <a:rPr lang="ja-JP" altLang="en-US" dirty="0"/>
              <a:t>管理者修正画面に戻る</a:t>
            </a:r>
            <a:br>
              <a:rPr kumimoji="1" lang="en-US" altLang="ja-JP" dirty="0"/>
            </a:br>
            <a:r>
              <a:rPr kumimoji="1" lang="ja-JP" altLang="en-US" dirty="0"/>
              <a:t>「はい」で次の管理者登録画面に</a:t>
            </a:r>
            <a:br>
              <a:rPr kumimoji="1" lang="en-US" altLang="ja-JP" dirty="0"/>
            </a:b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805581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1667C-1CCF-6E6E-5AAC-5B26E19DF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F2A456F-1F46-7608-0425-E437362B92D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A9550EA-019B-4156-9E2C-229321A86DAE}"/>
              </a:ext>
            </a:extLst>
          </p:cNvPr>
          <p:cNvSpPr txBox="1"/>
          <p:nvPr/>
        </p:nvSpPr>
        <p:spPr>
          <a:xfrm>
            <a:off x="407504" y="198783"/>
            <a:ext cx="3796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博物館の管理者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14E043-5926-1EA6-5780-8B884478C4AA}"/>
              </a:ext>
            </a:extLst>
          </p:cNvPr>
          <p:cNvSpPr txBox="1"/>
          <p:nvPr/>
        </p:nvSpPr>
        <p:spPr>
          <a:xfrm>
            <a:off x="914399" y="117857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ログイン画面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26487D2-8C6A-1525-5E71-DF6A0006E42F}"/>
              </a:ext>
            </a:extLst>
          </p:cNvPr>
          <p:cNvSpPr/>
          <p:nvPr/>
        </p:nvSpPr>
        <p:spPr>
          <a:xfrm>
            <a:off x="1212575" y="2378832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89DBFFD-10C8-4C0A-4BBE-C0F577B0DE00}"/>
              </a:ext>
            </a:extLst>
          </p:cNvPr>
          <p:cNvSpPr/>
          <p:nvPr/>
        </p:nvSpPr>
        <p:spPr>
          <a:xfrm>
            <a:off x="1309481" y="4458664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F9CE643-C8B3-FBD1-8BD7-77048D4783D2}"/>
              </a:ext>
            </a:extLst>
          </p:cNvPr>
          <p:cNvSpPr/>
          <p:nvPr/>
        </p:nvSpPr>
        <p:spPr>
          <a:xfrm>
            <a:off x="765313" y="1682088"/>
            <a:ext cx="3627783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F3EEC8B-BE8D-C722-E29A-EF0A3210075F}"/>
              </a:ext>
            </a:extLst>
          </p:cNvPr>
          <p:cNvSpPr txBox="1"/>
          <p:nvPr/>
        </p:nvSpPr>
        <p:spPr>
          <a:xfrm>
            <a:off x="1113182" y="193812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博物館コード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53AC74F-7811-203D-03D2-CAD44781547F}"/>
              </a:ext>
            </a:extLst>
          </p:cNvPr>
          <p:cNvSpPr txBox="1"/>
          <p:nvPr/>
        </p:nvSpPr>
        <p:spPr>
          <a:xfrm>
            <a:off x="1113182" y="292029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C40DA27-8791-6656-86B2-305608DC9A5F}"/>
              </a:ext>
            </a:extLst>
          </p:cNvPr>
          <p:cNvSpPr/>
          <p:nvPr/>
        </p:nvSpPr>
        <p:spPr>
          <a:xfrm>
            <a:off x="1212575" y="3376483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73A256D-3F25-73A8-B148-A41DDC8BF833}"/>
              </a:ext>
            </a:extLst>
          </p:cNvPr>
          <p:cNvSpPr txBox="1"/>
          <p:nvPr/>
        </p:nvSpPr>
        <p:spPr>
          <a:xfrm>
            <a:off x="5436704" y="1682088"/>
            <a:ext cx="5426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正しいコードとパスワードが入力されたら</a:t>
            </a:r>
            <a:endParaRPr kumimoji="1" lang="en-US" altLang="ja-JP" dirty="0"/>
          </a:p>
          <a:p>
            <a:r>
              <a:rPr kumimoji="1" lang="ja-JP" altLang="en-US" dirty="0"/>
              <a:t>対象博物館の入力ページに移動</a:t>
            </a:r>
          </a:p>
        </p:txBody>
      </p:sp>
    </p:spTree>
    <p:extLst>
      <p:ext uri="{BB962C8B-B14F-4D97-AF65-F5344CB8AC3E}">
        <p14:creationId xmlns:p14="http://schemas.microsoft.com/office/powerpoint/2010/main" val="943544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 sz="1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3828</TotalTime>
  <Words>1810</Words>
  <Application>Microsoft Office PowerPoint</Application>
  <PresentationFormat>ワイド画面</PresentationFormat>
  <Paragraphs>439</Paragraphs>
  <Slides>38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38</vt:i4>
      </vt:variant>
    </vt:vector>
  </HeadingPairs>
  <TitlesOfParts>
    <vt:vector size="43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9</cp:revision>
  <cp:lastPrinted>2026-01-26T23:18:17Z</cp:lastPrinted>
  <dcterms:created xsi:type="dcterms:W3CDTF">2026-01-03T04:55:58Z</dcterms:created>
  <dcterms:modified xsi:type="dcterms:W3CDTF">2026-01-26T23:19:11Z</dcterms:modified>
</cp:coreProperties>
</file>