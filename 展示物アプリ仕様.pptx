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20" r:id="rId16"/>
    <p:sldId id="303" r:id="rId17"/>
    <p:sldId id="307" r:id="rId18"/>
    <p:sldId id="308" r:id="rId19"/>
    <p:sldId id="304" r:id="rId20"/>
    <p:sldId id="305" r:id="rId21"/>
    <p:sldId id="306" r:id="rId22"/>
    <p:sldId id="309" r:id="rId23"/>
    <p:sldId id="310" r:id="rId24"/>
    <p:sldId id="311" r:id="rId25"/>
    <p:sldId id="313" r:id="rId26"/>
    <p:sldId id="312" r:id="rId27"/>
    <p:sldId id="314" r:id="rId28"/>
    <p:sldId id="315" r:id="rId29"/>
    <p:sldId id="316" r:id="rId30"/>
    <p:sldId id="317" r:id="rId31"/>
    <p:sldId id="318" r:id="rId32"/>
    <p:sldId id="331" r:id="rId33"/>
    <p:sldId id="332" r:id="rId34"/>
    <p:sldId id="319" r:id="rId35"/>
    <p:sldId id="330" r:id="rId36"/>
    <p:sldId id="322" r:id="rId37"/>
    <p:sldId id="323" r:id="rId38"/>
    <p:sldId id="324" r:id="rId39"/>
    <p:sldId id="325" r:id="rId40"/>
    <p:sldId id="328" r:id="rId41"/>
    <p:sldId id="329" r:id="rId42"/>
    <p:sldId id="321" r:id="rId43"/>
    <p:sldId id="326" r:id="rId44"/>
    <p:sldId id="327" r:id="rId45"/>
    <p:sldId id="302" r:id="rId46"/>
    <p:sldId id="268" r:id="rId47"/>
    <p:sldId id="273" r:id="rId48"/>
    <p:sldId id="276" r:id="rId49"/>
    <p:sldId id="277" r:id="rId50"/>
    <p:sldId id="284" r:id="rId51"/>
    <p:sldId id="278" r:id="rId52"/>
    <p:sldId id="279" r:id="rId53"/>
    <p:sldId id="280" r:id="rId54"/>
    <p:sldId id="281" r:id="rId55"/>
    <p:sldId id="282" r:id="rId56"/>
    <p:sldId id="283" r:id="rId57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E91660-7BE8-5F38-EBE3-EC5E8E38B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54158"/>
            <a:ext cx="5422062" cy="5903842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46158393-AA0C-4578-0BAF-64E1D76A77EF}"/>
              </a:ext>
            </a:extLst>
          </p:cNvPr>
          <p:cNvSpPr/>
          <p:nvPr/>
        </p:nvSpPr>
        <p:spPr>
          <a:xfrm>
            <a:off x="4744278" y="114300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DE628E78-761A-1A62-2EBA-4B93D68FD81C}"/>
              </a:ext>
            </a:extLst>
          </p:cNvPr>
          <p:cNvSpPr/>
          <p:nvPr/>
        </p:nvSpPr>
        <p:spPr>
          <a:xfrm>
            <a:off x="6288158" y="874646"/>
            <a:ext cx="1364972" cy="655977"/>
          </a:xfrm>
          <a:prstGeom prst="wedgeRectCallout">
            <a:avLst>
              <a:gd name="adj1" fmla="val -90049"/>
              <a:gd name="adj2" fmla="val 348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住所から緯度経度に変換を行う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095999" y="3250102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468600" y="3578089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407503" y="6102626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2098119" y="5774638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0EA9295-3BC4-F6A0-E285-B99901C62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21" y="962512"/>
            <a:ext cx="3647618" cy="1629033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E6F1739D-A431-5233-E267-B6939A5E00B8}"/>
              </a:ext>
            </a:extLst>
          </p:cNvPr>
          <p:cNvSpPr/>
          <p:nvPr/>
        </p:nvSpPr>
        <p:spPr>
          <a:xfrm>
            <a:off x="2713382" y="942634"/>
            <a:ext cx="1351722" cy="2997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pic>
        <p:nvPicPr>
          <p:cNvPr id="10" name="図 9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DE2B3C1-315B-6F64-E265-C2A90081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2634"/>
            <a:ext cx="8273939" cy="4541673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824948" y="5730700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096000" y="1709530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A3614F29-31FA-2B55-3232-FA8CD868E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2" y="1248047"/>
            <a:ext cx="10990476" cy="43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1E80ECF-DC27-FB23-4EFE-B1A7BC815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2" y="1248047"/>
            <a:ext cx="10990476" cy="436190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9044609" y="4502426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12993</TotalTime>
  <Words>1566</Words>
  <Application>Microsoft Office PowerPoint</Application>
  <PresentationFormat>ワイド画面</PresentationFormat>
  <Paragraphs>314</Paragraphs>
  <Slides>56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56</vt:i4>
      </vt:variant>
    </vt:vector>
  </HeadingPairs>
  <TitlesOfParts>
    <vt:vector size="61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23</cp:revision>
  <cp:lastPrinted>2026-02-01T12:13:08Z</cp:lastPrinted>
  <dcterms:created xsi:type="dcterms:W3CDTF">2026-01-03T04:55:58Z</dcterms:created>
  <dcterms:modified xsi:type="dcterms:W3CDTF">2026-02-08T23:09:55Z</dcterms:modified>
</cp:coreProperties>
</file>