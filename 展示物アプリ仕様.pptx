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20" r:id="rId16"/>
    <p:sldId id="303" r:id="rId17"/>
    <p:sldId id="307" r:id="rId18"/>
    <p:sldId id="308" r:id="rId19"/>
    <p:sldId id="304" r:id="rId20"/>
    <p:sldId id="305" r:id="rId21"/>
    <p:sldId id="306" r:id="rId22"/>
    <p:sldId id="309" r:id="rId23"/>
    <p:sldId id="310" r:id="rId24"/>
    <p:sldId id="311" r:id="rId25"/>
    <p:sldId id="313" r:id="rId26"/>
    <p:sldId id="312" r:id="rId27"/>
    <p:sldId id="314" r:id="rId28"/>
    <p:sldId id="315" r:id="rId29"/>
    <p:sldId id="316" r:id="rId30"/>
    <p:sldId id="317" r:id="rId31"/>
    <p:sldId id="318" r:id="rId32"/>
    <p:sldId id="319" r:id="rId33"/>
    <p:sldId id="322" r:id="rId34"/>
    <p:sldId id="323" r:id="rId35"/>
    <p:sldId id="324" r:id="rId36"/>
    <p:sldId id="321" r:id="rId37"/>
    <p:sldId id="302" r:id="rId38"/>
    <p:sldId id="268" r:id="rId39"/>
    <p:sldId id="273" r:id="rId40"/>
    <p:sldId id="276" r:id="rId41"/>
    <p:sldId id="277" r:id="rId42"/>
    <p:sldId id="284" r:id="rId43"/>
    <p:sldId id="278" r:id="rId44"/>
    <p:sldId id="279" r:id="rId45"/>
    <p:sldId id="280" r:id="rId46"/>
    <p:sldId id="281" r:id="rId47"/>
    <p:sldId id="282" r:id="rId48"/>
    <p:sldId id="283" r:id="rId49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77" y="1242391"/>
            <a:ext cx="4078777" cy="1282147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2544417" y="1719470"/>
            <a:ext cx="1351722" cy="685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10D464B4-AD22-2FDA-95D7-D278C1070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616" y="3011554"/>
            <a:ext cx="8159042" cy="36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7E01BCD-5C2D-07EF-4B00-22C8D98E5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21" y="962512"/>
            <a:ext cx="3647618" cy="1629033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B33E6B9-162F-A34B-1A61-E808830C3C20}"/>
              </a:ext>
            </a:extLst>
          </p:cNvPr>
          <p:cNvSpPr/>
          <p:nvPr/>
        </p:nvSpPr>
        <p:spPr>
          <a:xfrm>
            <a:off x="2713382" y="942634"/>
            <a:ext cx="1351722" cy="2997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07641C7F-590F-9919-3527-80098D84A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928" y="942633"/>
            <a:ext cx="4977939" cy="5615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pic>
        <p:nvPicPr>
          <p:cNvPr id="10" name="図 9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DE2B3C1-315B-6F64-E265-C2A90081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2634"/>
            <a:ext cx="8273939" cy="4541673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824948" y="5730700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096000" y="1709530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8715</TotalTime>
  <Words>1450</Words>
  <Application>Microsoft Office PowerPoint</Application>
  <PresentationFormat>ワイド画面</PresentationFormat>
  <Paragraphs>299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3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20</cp:revision>
  <cp:lastPrinted>2026-01-30T13:27:25Z</cp:lastPrinted>
  <dcterms:created xsi:type="dcterms:W3CDTF">2026-01-03T04:55:58Z</dcterms:created>
  <dcterms:modified xsi:type="dcterms:W3CDTF">2026-02-01T11:38:18Z</dcterms:modified>
</cp:coreProperties>
</file>