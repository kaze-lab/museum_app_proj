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85" r:id="rId7"/>
    <p:sldId id="287" r:id="rId8"/>
    <p:sldId id="288" r:id="rId9"/>
    <p:sldId id="290" r:id="rId10"/>
    <p:sldId id="289" r:id="rId11"/>
    <p:sldId id="263" r:id="rId12"/>
    <p:sldId id="264" r:id="rId13"/>
    <p:sldId id="292" r:id="rId14"/>
    <p:sldId id="291" r:id="rId15"/>
    <p:sldId id="265" r:id="rId16"/>
    <p:sldId id="266" r:id="rId17"/>
    <p:sldId id="270" r:id="rId18"/>
    <p:sldId id="271" r:id="rId19"/>
    <p:sldId id="272" r:id="rId20"/>
    <p:sldId id="267" r:id="rId21"/>
    <p:sldId id="268" r:id="rId22"/>
    <p:sldId id="273" r:id="rId23"/>
    <p:sldId id="276" r:id="rId24"/>
    <p:sldId id="277" r:id="rId25"/>
    <p:sldId id="284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E9436F-2CAD-F23F-0918-6EE59F3ED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256D4D-0270-FBF2-CCEB-B21B8D2EA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959A09-648A-D69A-562C-C0A0DBC6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8AFA4F-3557-9210-F691-8C6BE9B7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574804-CEBC-8DC1-860C-587545CB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90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57AB91-1C89-59E6-4862-03650FC7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65F893-9B8D-7760-5C2D-F74BA557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6952E8-141B-58F8-FDF0-3AB191A0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0F5A06-A16C-97E6-7135-3596FD95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56AA48-3472-73B3-FA39-AED8DDB3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58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D699B4-D681-96ED-85F3-A9C22ED7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A827F9-9400-B1F3-4CBF-7D82C13E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1A7162-DFEE-81AF-A3D7-D1EB01F8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D6DF82-DCCE-1F90-9072-C815440E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9154E7-E425-C3BC-F7D0-B2D5592C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48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D57F6-4CDC-A071-D751-900631B3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6F8B84-C988-A7B3-7E41-B8C8B0E15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AF116F-5A88-28FF-2A74-DD959911A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AD17A0-85E0-FF13-B124-19DAEACC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5436CF-7593-CA15-C6F3-EF2030BD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1A1F35-35F2-A2B7-51E1-F690949F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50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90393-AFDE-AF55-32AA-59604CD1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D696D6-7C75-831B-6040-631BD959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75F8A1-F254-24D0-B002-F65AE0AB3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8E3255-8414-AE75-79F1-D73A6D198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78D5859-5AC6-A987-4D88-F30D56B3D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D28E6A-F543-3B76-331A-9D0AC483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6BDF50B-E432-974F-E5B7-297D800E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5B49E64-1EC0-2B2B-EA1D-DD8D51CD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322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1893F-F700-63ED-C702-0AD734A6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1FC8760-1AF0-E340-0BD2-1B68DB0F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74A591-2C4E-4D89-04A2-EB36C1EB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8CD758-AA16-AB8F-480F-C9A1A487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601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048014F-FCEF-8056-3310-EA9CA568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CF08A5-64AE-1B56-9557-FB2DCB85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13CCC4-957B-AC24-A010-695D3441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63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56EDF4-DFE6-B282-0913-DD1C6757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2AC957-C628-6DEB-3DD4-F1148143C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CF1959-E829-15A1-D82F-B539F64A6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68DFAA-6279-2274-5716-E5DB4AD8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D7F468-CC2B-E4FA-0F0D-A26686A3D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58F911-2DD8-C479-EBCD-C1C409A6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68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C2009D-6342-C8DD-3251-651A7C90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0EFF52-D598-993A-1DF5-6736BED71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CD27C5-2049-C780-DC47-DBB7A06BC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AD6FCF-E1A9-4468-3ADF-80BA1118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990D3F-941B-1DD2-65BF-205AEF52E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A4042E-60CE-0811-FF37-B2043BB0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77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CD8523-E602-B14E-0466-0A201974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EDE8FA-960F-B2E6-CF8B-AF70E202F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FE48BD-1CF6-A6E2-7200-FFDCC641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204CED-3AFF-E117-9398-D42B7596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CB7FA1-B545-C322-C900-9797B9D7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62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56C22E-296A-2E06-491A-DE4DC3329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E8222A-43C7-B5B5-2888-0450A4C77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F977BE-2ED6-B074-C083-53BF6C9D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D868B3-A0E2-0224-BB00-3DCCE283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BBCB99-CC24-1701-4BAE-3D98D7D0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17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7D6A0EF-65D2-BDD0-2982-70AA33FB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E9A00E-915B-AB00-D46B-6FA995EF7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A33F8-8E40-0B02-502F-070D3F405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50A6-655A-40A4-943B-9A709E30A878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323FA1-718A-383C-5129-25D1134CA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331510-0614-EA74-2D24-22EE33E1C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757F7-5AC7-4E4F-AC02-2FBA046BCC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68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A3B4C-555F-C05F-8660-5361B7542B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博物館アプリ企画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C43E27B-C69D-2A76-FB5F-99CAB35DE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2026/01/09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514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F074C25-5D8C-E0B3-86B8-E07F9078231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B52376-17C6-F2FF-4942-75BF19E077C4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アプリケーション方針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1DB01D-415F-F95D-F5CE-D13C5B53D9FD}"/>
              </a:ext>
            </a:extLst>
          </p:cNvPr>
          <p:cNvSpPr txBox="1"/>
          <p:nvPr/>
        </p:nvSpPr>
        <p:spPr>
          <a:xfrm>
            <a:off x="616226" y="4403252"/>
            <a:ext cx="11549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サーバーは</a:t>
            </a:r>
            <a:r>
              <a:rPr kumimoji="1" lang="en-US" altLang="ja-JP" dirty="0" err="1"/>
              <a:t>xserver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博物館の展示物と案内内容を簡単に管理できる機能を提供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案内内容の管理は</a:t>
            </a:r>
            <a:r>
              <a:rPr kumimoji="1" lang="en-US" altLang="ja-JP" dirty="0"/>
              <a:t>MySQL DB</a:t>
            </a:r>
            <a:r>
              <a:rPr kumimoji="1" lang="ja-JP" altLang="en-US" dirty="0"/>
              <a:t>で行う</a:t>
            </a:r>
            <a:r>
              <a:rPr lang="en-US" altLang="ja-JP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HTML</a:t>
            </a:r>
            <a:r>
              <a:rPr lang="ja-JP" altLang="en-US" dirty="0"/>
              <a:t>の知識が無くても入力できるように入力用のインターフェースを用意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3AA5321-50B4-949A-5486-6DCF44822D18}"/>
              </a:ext>
            </a:extLst>
          </p:cNvPr>
          <p:cNvSpPr txBox="1"/>
          <p:nvPr/>
        </p:nvSpPr>
        <p:spPr>
          <a:xfrm>
            <a:off x="407504" y="1083365"/>
            <a:ext cx="560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■アプリケーション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97C2E1E-72B6-7147-9323-AC64AE20C2A9}"/>
              </a:ext>
            </a:extLst>
          </p:cNvPr>
          <p:cNvSpPr txBox="1"/>
          <p:nvPr/>
        </p:nvSpPr>
        <p:spPr>
          <a:xfrm>
            <a:off x="530087" y="1531418"/>
            <a:ext cx="115492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一つの博物館アプリ（仮称）で複数の博物館に対応する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アプリケーションはブラウザで行う、</a:t>
            </a:r>
            <a:r>
              <a:rPr kumimoji="1" lang="en-US" altLang="ja-JP" dirty="0"/>
              <a:t>PWA</a:t>
            </a:r>
            <a:r>
              <a:rPr kumimoji="1" lang="ja-JP" altLang="en-US" dirty="0"/>
              <a:t>不要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博物館アプリのトップページで対象博物館を設定できる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QR</a:t>
            </a:r>
            <a:r>
              <a:rPr lang="ja-JP" altLang="en-US" dirty="0"/>
              <a:t>コードを読むことでダイレクトに特定の博物館のトップページに進む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案内は</a:t>
            </a:r>
            <a:r>
              <a:rPr kumimoji="1" lang="en-US" altLang="ja-JP" dirty="0"/>
              <a:t>QR</a:t>
            </a:r>
            <a:r>
              <a:rPr kumimoji="1" lang="ja-JP" altLang="en-US" dirty="0"/>
              <a:t>コードを読むと展示物の紹介を文字と音声で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案内は多言語対応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博物館の館内地図表示</a:t>
            </a:r>
            <a:endParaRPr kumimoji="1"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546B17-5771-F1B1-1F2E-CF92013DF797}"/>
              </a:ext>
            </a:extLst>
          </p:cNvPr>
          <p:cNvSpPr txBox="1"/>
          <p:nvPr/>
        </p:nvSpPr>
        <p:spPr>
          <a:xfrm>
            <a:off x="530087" y="3907307"/>
            <a:ext cx="560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■案内内容の管理</a:t>
            </a:r>
          </a:p>
        </p:txBody>
      </p:sp>
    </p:spTree>
    <p:extLst>
      <p:ext uri="{BB962C8B-B14F-4D97-AF65-F5344CB8AC3E}">
        <p14:creationId xmlns:p14="http://schemas.microsoft.com/office/powerpoint/2010/main" val="133168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DC5C270-0C95-7AD0-3877-B4EFF61B809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71577A-4021-4AF3-8AE8-98BBB0446C6C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画面遷移（利用者）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16CD204-11BE-725A-F2EF-133B704BB4A8}"/>
              </a:ext>
            </a:extLst>
          </p:cNvPr>
          <p:cNvSpPr/>
          <p:nvPr/>
        </p:nvSpPr>
        <p:spPr>
          <a:xfrm>
            <a:off x="834937" y="1406892"/>
            <a:ext cx="1078396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○○博物館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B62A116-0DB9-425D-A572-A25AFB61C7EC}"/>
              </a:ext>
            </a:extLst>
          </p:cNvPr>
          <p:cNvSpPr/>
          <p:nvPr/>
        </p:nvSpPr>
        <p:spPr>
          <a:xfrm>
            <a:off x="834937" y="1798192"/>
            <a:ext cx="1078396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××</a:t>
            </a:r>
            <a:r>
              <a:rPr kumimoji="1" lang="ja-JP" altLang="en-US" sz="1200" dirty="0">
                <a:solidFill>
                  <a:schemeClr val="tx1"/>
                </a:solidFill>
              </a:rPr>
              <a:t>博物館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835FD68-B3DB-BF38-BF2E-1892F45107C2}"/>
              </a:ext>
            </a:extLst>
          </p:cNvPr>
          <p:cNvSpPr/>
          <p:nvPr/>
        </p:nvSpPr>
        <p:spPr>
          <a:xfrm>
            <a:off x="735497" y="1294177"/>
            <a:ext cx="1321904" cy="10017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254587-B090-1CCB-EE31-DC5EB4EBEE6D}"/>
              </a:ext>
            </a:extLst>
          </p:cNvPr>
          <p:cNvSpPr txBox="1"/>
          <p:nvPr/>
        </p:nvSpPr>
        <p:spPr>
          <a:xfrm>
            <a:off x="705679" y="868090"/>
            <a:ext cx="138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博物館選択画面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8EA15D-E23D-B168-08F6-B854C67715D7}"/>
              </a:ext>
            </a:extLst>
          </p:cNvPr>
          <p:cNvSpPr/>
          <p:nvPr/>
        </p:nvSpPr>
        <p:spPr>
          <a:xfrm>
            <a:off x="2877429" y="1294177"/>
            <a:ext cx="1321904" cy="504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540F72F-1C4C-1305-CE3C-DF12F1F80A54}"/>
              </a:ext>
            </a:extLst>
          </p:cNvPr>
          <p:cNvSpPr txBox="1"/>
          <p:nvPr/>
        </p:nvSpPr>
        <p:spPr>
          <a:xfrm>
            <a:off x="2673627" y="942634"/>
            <a:ext cx="2007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○○博物館トップ画面</a:t>
            </a: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1831295B-E33B-B4DC-1F32-614FEC87F46A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1913333" y="1545392"/>
            <a:ext cx="964096" cy="7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QRコード作成【ずっと無料・無制限】／QRのススメ">
            <a:extLst>
              <a:ext uri="{FF2B5EF4-FFF2-40B4-BE49-F238E27FC236}">
                <a16:creationId xmlns:a16="http://schemas.microsoft.com/office/drawing/2014/main" id="{2EA55849-B200-F577-FA21-07508D526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286" y="2487397"/>
            <a:ext cx="443789" cy="41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944A5FB-EEE5-08C2-3264-D376A853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2218" y="2445024"/>
            <a:ext cx="1088230" cy="1088230"/>
          </a:xfrm>
          <a:prstGeom prst="rect">
            <a:avLst/>
          </a:prstGeom>
        </p:spPr>
      </p:pic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35BB434B-76AF-7F8A-D6F3-AB0DF26AC757}"/>
              </a:ext>
            </a:extLst>
          </p:cNvPr>
          <p:cNvCxnSpPr>
            <a:cxnSpLocks/>
            <a:stCxn id="18" idx="1"/>
            <a:endCxn id="13" idx="2"/>
          </p:cNvCxnSpPr>
          <p:nvPr/>
        </p:nvCxnSpPr>
        <p:spPr>
          <a:xfrm flipV="1">
            <a:off x="1610448" y="1798192"/>
            <a:ext cx="1927933" cy="11909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B58A4AC-9090-2ED9-8FD3-021EED052282}"/>
              </a:ext>
            </a:extLst>
          </p:cNvPr>
          <p:cNvSpPr txBox="1"/>
          <p:nvPr/>
        </p:nvSpPr>
        <p:spPr>
          <a:xfrm>
            <a:off x="1396448" y="3050374"/>
            <a:ext cx="1838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QR</a:t>
            </a:r>
            <a:r>
              <a:rPr kumimoji="1" lang="ja-JP" altLang="en-US" sz="1200" dirty="0"/>
              <a:t>コードをリードしてダイレクトに対象博物館のトップページ表示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38E0C43-6758-F2F0-2AAA-DCAE50A5D867}"/>
              </a:ext>
            </a:extLst>
          </p:cNvPr>
          <p:cNvSpPr txBox="1"/>
          <p:nvPr/>
        </p:nvSpPr>
        <p:spPr>
          <a:xfrm>
            <a:off x="4979504" y="1153445"/>
            <a:ext cx="2435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■トップページ内容</a:t>
            </a:r>
            <a:endParaRPr kumimoji="1" lang="en-US" altLang="ja-JP" dirty="0"/>
          </a:p>
          <a:p>
            <a:r>
              <a:rPr kumimoji="1" lang="ja-JP" altLang="en-US" dirty="0"/>
              <a:t>以下のリンク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博物館の説明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QR</a:t>
            </a:r>
            <a:r>
              <a:rPr kumimoji="1" lang="ja-JP" altLang="en-US" dirty="0"/>
              <a:t>コードリーダー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D73553B-F9CB-0E19-1231-F7D85239BA92}"/>
              </a:ext>
            </a:extLst>
          </p:cNvPr>
          <p:cNvSpPr txBox="1"/>
          <p:nvPr/>
        </p:nvSpPr>
        <p:spPr>
          <a:xfrm>
            <a:off x="834937" y="466145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■博物館の説明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A17AF0E-29F3-845A-703F-B0A770731AEF}"/>
              </a:ext>
            </a:extLst>
          </p:cNvPr>
          <p:cNvSpPr txBox="1"/>
          <p:nvPr/>
        </p:nvSpPr>
        <p:spPr>
          <a:xfrm>
            <a:off x="1108212" y="5194491"/>
            <a:ext cx="622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簡単な紹介文と画像</a:t>
            </a:r>
          </a:p>
        </p:txBody>
      </p:sp>
    </p:spTree>
    <p:extLst>
      <p:ext uri="{BB962C8B-B14F-4D97-AF65-F5344CB8AC3E}">
        <p14:creationId xmlns:p14="http://schemas.microsoft.com/office/powerpoint/2010/main" val="23046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5F9F-35CD-63BB-0C17-D6F0C79D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6E1EF0D-0BBC-A313-CB1A-1814C352AD0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BAC101-05AC-6711-8E35-FBD5FD62450A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QR</a:t>
            </a:r>
            <a:r>
              <a:rPr kumimoji="1" lang="ja-JP" altLang="en-US" dirty="0"/>
              <a:t>コードリーダから展示物紹介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1B5432-7C5B-D3B3-5264-CCC1A35AFE27}"/>
              </a:ext>
            </a:extLst>
          </p:cNvPr>
          <p:cNvSpPr txBox="1"/>
          <p:nvPr/>
        </p:nvSpPr>
        <p:spPr>
          <a:xfrm>
            <a:off x="556592" y="942634"/>
            <a:ext cx="198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画面イメージ</a:t>
            </a:r>
          </a:p>
        </p:txBody>
      </p:sp>
      <p:pic>
        <p:nvPicPr>
          <p:cNvPr id="6" name="図 5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9DEC15E6-EB60-2B73-FA84-7FD3500BD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82" y="1274165"/>
            <a:ext cx="3360695" cy="538505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65383C-7EC4-89E4-ACD6-D2D67AB2B1CB}"/>
              </a:ext>
            </a:extLst>
          </p:cNvPr>
          <p:cNvSpPr txBox="1"/>
          <p:nvPr/>
        </p:nvSpPr>
        <p:spPr>
          <a:xfrm>
            <a:off x="1550505" y="1908313"/>
            <a:ext cx="3399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QR</a:t>
            </a:r>
            <a:r>
              <a:rPr kumimoji="1" lang="ja-JP" altLang="en-US" b="1" dirty="0"/>
              <a:t>コードを読んでください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A1C2295-C173-0F80-A332-C75CF237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066" y="2719716"/>
            <a:ext cx="1978403" cy="1860640"/>
          </a:xfrm>
          <a:prstGeom prst="rect">
            <a:avLst/>
          </a:prstGeom>
        </p:spPr>
      </p:pic>
      <p:pic>
        <p:nvPicPr>
          <p:cNvPr id="21" name="図 20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39B75BAD-1936-9281-BCAA-B50904FA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922" y="1105199"/>
            <a:ext cx="3399123" cy="5446627"/>
          </a:xfrm>
          <a:prstGeom prst="rect">
            <a:avLst/>
          </a:prstGeom>
        </p:spPr>
      </p:pic>
      <p:pic>
        <p:nvPicPr>
          <p:cNvPr id="23" name="図 22" descr="テーブル, 座る, ベッド, 横たわ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C69D530-DF1B-4D97-200B-228B17998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709" y="1545577"/>
            <a:ext cx="2232562" cy="2669962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BCA050-EFD7-369D-2565-BD4F1F03F502}"/>
              </a:ext>
            </a:extLst>
          </p:cNvPr>
          <p:cNvSpPr txBox="1"/>
          <p:nvPr/>
        </p:nvSpPr>
        <p:spPr>
          <a:xfrm>
            <a:off x="7568648" y="4664754"/>
            <a:ext cx="2232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FDCC9AA-7B59-08A1-5ADF-33AECEF9CAEE}"/>
              </a:ext>
            </a:extLst>
          </p:cNvPr>
          <p:cNvSpPr txBox="1"/>
          <p:nvPr/>
        </p:nvSpPr>
        <p:spPr>
          <a:xfrm>
            <a:off x="8522416" y="4215539"/>
            <a:ext cx="735495" cy="3693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n>
                  <a:solidFill>
                    <a:schemeClr val="accent1"/>
                  </a:solidFill>
                </a:ln>
              </a:rPr>
              <a:t>音声</a:t>
            </a:r>
          </a:p>
        </p:txBody>
      </p:sp>
      <p:sp>
        <p:nvSpPr>
          <p:cNvPr id="27" name="吹き出し: 四角形 26">
            <a:extLst>
              <a:ext uri="{FF2B5EF4-FFF2-40B4-BE49-F238E27FC236}">
                <a16:creationId xmlns:a16="http://schemas.microsoft.com/office/drawing/2014/main" id="{0841179F-A73D-D7A0-5850-570278C83C5F}"/>
              </a:ext>
            </a:extLst>
          </p:cNvPr>
          <p:cNvSpPr/>
          <p:nvPr/>
        </p:nvSpPr>
        <p:spPr>
          <a:xfrm>
            <a:off x="10346636" y="2972385"/>
            <a:ext cx="1401418" cy="677651"/>
          </a:xfrm>
          <a:prstGeom prst="wedgeRectCallout">
            <a:avLst>
              <a:gd name="adj1" fmla="val -110515"/>
              <a:gd name="adj2" fmla="val 15490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音声再生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D0A2E3E-26E1-0F27-8377-36D5965EA359}"/>
              </a:ext>
            </a:extLst>
          </p:cNvPr>
          <p:cNvSpPr/>
          <p:nvPr/>
        </p:nvSpPr>
        <p:spPr>
          <a:xfrm>
            <a:off x="7141267" y="5818569"/>
            <a:ext cx="11086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戻る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9140CC7F-E329-E2D4-E91F-6249AD989646}"/>
              </a:ext>
            </a:extLst>
          </p:cNvPr>
          <p:cNvCxnSpPr>
            <a:stCxn id="6" idx="3"/>
            <a:endCxn id="21" idx="1"/>
          </p:cNvCxnSpPr>
          <p:nvPr/>
        </p:nvCxnSpPr>
        <p:spPr>
          <a:xfrm flipV="1">
            <a:off x="4758077" y="3828513"/>
            <a:ext cx="1830845" cy="138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1AAC775-F688-A2A2-8DC6-0012ABBC585A}"/>
              </a:ext>
            </a:extLst>
          </p:cNvPr>
          <p:cNvCxnSpPr>
            <a:cxnSpLocks/>
          </p:cNvCxnSpPr>
          <p:nvPr/>
        </p:nvCxnSpPr>
        <p:spPr>
          <a:xfrm flipH="1">
            <a:off x="4808485" y="6003235"/>
            <a:ext cx="23327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1BADCF7-0A54-B2F9-D155-449E7B72FB8F}"/>
              </a:ext>
            </a:extLst>
          </p:cNvPr>
          <p:cNvSpPr/>
          <p:nvPr/>
        </p:nvSpPr>
        <p:spPr>
          <a:xfrm>
            <a:off x="1907665" y="5915366"/>
            <a:ext cx="2097804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トップ画面に戻る</a:t>
            </a:r>
          </a:p>
        </p:txBody>
      </p:sp>
    </p:spTree>
    <p:extLst>
      <p:ext uri="{BB962C8B-B14F-4D97-AF65-F5344CB8AC3E}">
        <p14:creationId xmlns:p14="http://schemas.microsoft.com/office/powerpoint/2010/main" val="199161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9A5F-EA38-B909-CB71-06C5141C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5EF8F97-1725-EB81-70FC-BE6CE30B0F17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2E6617-0187-0E9A-2D30-978B81F58C84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管理機能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CE07053-07AA-8E69-8714-0078AE200A66}"/>
              </a:ext>
            </a:extLst>
          </p:cNvPr>
          <p:cNvSpPr txBox="1"/>
          <p:nvPr/>
        </p:nvSpPr>
        <p:spPr>
          <a:xfrm>
            <a:off x="407504" y="1093304"/>
            <a:ext cx="112610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ルート権限者＝</a:t>
            </a:r>
            <a:r>
              <a:rPr kumimoji="1" lang="en-US" altLang="ja-JP" dirty="0" err="1"/>
              <a:t>xserver</a:t>
            </a:r>
            <a:r>
              <a:rPr kumimoji="1" lang="ja-JP" altLang="en-US" dirty="0"/>
              <a:t>の契約者＝１名のみ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ja-JP" dirty="0"/>
              <a:t>DB</a:t>
            </a:r>
            <a:r>
              <a:rPr lang="ja-JP" altLang="en-US" dirty="0"/>
              <a:t>を直接調査できる権限</a:t>
            </a:r>
            <a:endParaRPr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入出力用のインターフェースは無し</a:t>
            </a:r>
            <a:r>
              <a:rPr kumimoji="1" lang="en-US" altLang="ja-JP" dirty="0"/>
              <a:t>=</a:t>
            </a:r>
            <a:r>
              <a:rPr kumimoji="1" lang="en-US" altLang="ja-JP" dirty="0" err="1"/>
              <a:t>xserver</a:t>
            </a:r>
            <a:r>
              <a:rPr kumimoji="1" lang="ja-JP" altLang="en-US" dirty="0"/>
              <a:t>の管理画面を利用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スーパーバイザーを登録／変更／削除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スーパーバイザーパスワードの強制リセット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全体の管理者（スーパーバイザー）の定義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スーパーバイザーは複数可能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ルート権限者が登録できる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スーパーバイザーは</a:t>
            </a:r>
            <a:r>
              <a:rPr lang="en-US" altLang="ja-JP" dirty="0"/>
              <a:t>SQL</a:t>
            </a:r>
            <a:r>
              <a:rPr lang="ja-JP" altLang="en-US" dirty="0"/>
              <a:t>を利用した</a:t>
            </a:r>
            <a:r>
              <a:rPr lang="en-US" altLang="ja-JP" dirty="0"/>
              <a:t>DB</a:t>
            </a:r>
            <a:r>
              <a:rPr lang="ja-JP" altLang="en-US" dirty="0"/>
              <a:t>管理はできない</a:t>
            </a:r>
            <a:endParaRPr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スーパーバイザーパスワードは自身で変更できる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スーパーバイザーの権限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博物館の登録／削除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博物館の管理者の登録／削除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博物館の管理者の権限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展示物の登録（本展示システムから番号が提供される）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以下上記番号に対して以下の情報を付加できる</a:t>
            </a:r>
            <a:endParaRPr kumimoji="1" lang="en-US" altLang="ja-JP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画像／音声／文字</a:t>
            </a:r>
            <a:endParaRPr kumimoji="1" lang="en-US" altLang="ja-JP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音声／文字は多国語対応</a:t>
            </a:r>
            <a:endParaRPr kumimoji="1"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dirty="0"/>
              <a:t>登録展示物の削除</a:t>
            </a:r>
            <a:endParaRPr kumimoji="1" lang="en-US" altLang="ja-JP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kumimoji="1" lang="ja-JP" altLang="en-US" dirty="0"/>
              <a:t>管理画面は</a:t>
            </a:r>
            <a:r>
              <a:rPr kumimoji="1" lang="en-US" altLang="ja-JP" dirty="0"/>
              <a:t>PC</a:t>
            </a:r>
            <a:r>
              <a:rPr kumimoji="1" lang="ja-JP" altLang="en-US" dirty="0"/>
              <a:t>前提とする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151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A30E-E40E-F066-54B3-8854A07AF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0A79715-C813-8BA2-8F70-B7D2D4A41A49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B4C2C6-6D19-CC6E-372C-0DB41DE54EF0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管理階層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66837A-5D1D-CCA5-2E9A-D1074CD01FA9}"/>
              </a:ext>
            </a:extLst>
          </p:cNvPr>
          <p:cNvSpPr txBox="1"/>
          <p:nvPr/>
        </p:nvSpPr>
        <p:spPr>
          <a:xfrm>
            <a:off x="636104" y="1023731"/>
            <a:ext cx="2226365" cy="3776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ルート権限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447D6A-25ED-5C5C-3697-14D2E6A24E75}"/>
              </a:ext>
            </a:extLst>
          </p:cNvPr>
          <p:cNvSpPr txBox="1"/>
          <p:nvPr/>
        </p:nvSpPr>
        <p:spPr>
          <a:xfrm>
            <a:off x="2305878" y="1762539"/>
            <a:ext cx="2226365" cy="3776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CA4BACC6-D376-A21E-1F30-EFF765E36D72}"/>
              </a:ext>
            </a:extLst>
          </p:cNvPr>
          <p:cNvCxnSpPr>
            <a:stCxn id="2" idx="2"/>
            <a:endCxn id="3" idx="1"/>
          </p:cNvCxnSpPr>
          <p:nvPr/>
        </p:nvCxnSpPr>
        <p:spPr>
          <a:xfrm rot="16200000" flipH="1">
            <a:off x="1752600" y="1398104"/>
            <a:ext cx="549965" cy="5565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C16284-8113-9ACE-0A9F-9F991814AD51}"/>
              </a:ext>
            </a:extLst>
          </p:cNvPr>
          <p:cNvSpPr txBox="1"/>
          <p:nvPr/>
        </p:nvSpPr>
        <p:spPr>
          <a:xfrm>
            <a:off x="1058086" y="158205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登録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80B943A-8DB5-7515-3F55-97C6DA974F68}"/>
              </a:ext>
            </a:extLst>
          </p:cNvPr>
          <p:cNvSpPr txBox="1"/>
          <p:nvPr/>
        </p:nvSpPr>
        <p:spPr>
          <a:xfrm>
            <a:off x="3756990" y="2501347"/>
            <a:ext cx="2226365" cy="3776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博物館管理者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FDBDEB-512A-D597-AD2D-72B89B704EC7}"/>
              </a:ext>
            </a:extLst>
          </p:cNvPr>
          <p:cNvSpPr txBox="1"/>
          <p:nvPr/>
        </p:nvSpPr>
        <p:spPr>
          <a:xfrm>
            <a:off x="3756990" y="4243141"/>
            <a:ext cx="2226365" cy="3776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博物館管理者</a:t>
            </a:r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E276C327-A237-F5AE-C26D-734656909C1C}"/>
              </a:ext>
            </a:extLst>
          </p:cNvPr>
          <p:cNvCxnSpPr>
            <a:stCxn id="3" idx="2"/>
            <a:endCxn id="10" idx="1"/>
          </p:cNvCxnSpPr>
          <p:nvPr/>
        </p:nvCxnSpPr>
        <p:spPr>
          <a:xfrm rot="16200000" flipH="1">
            <a:off x="3313043" y="2246243"/>
            <a:ext cx="549965" cy="3379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119F4181-DAB7-6F82-58CE-2198BBC4A869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442146" y="3117140"/>
            <a:ext cx="2291759" cy="3379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4BE5E80-F759-AEBB-41B9-F23E5BD41773}"/>
              </a:ext>
            </a:extLst>
          </p:cNvPr>
          <p:cNvSpPr txBox="1"/>
          <p:nvPr/>
        </p:nvSpPr>
        <p:spPr>
          <a:xfrm>
            <a:off x="4637469" y="175015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各博物館の管理者登録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0459E3A-0D6B-6951-4F9C-3AA5DB636BF6}"/>
              </a:ext>
            </a:extLst>
          </p:cNvPr>
          <p:cNvSpPr txBox="1"/>
          <p:nvPr/>
        </p:nvSpPr>
        <p:spPr>
          <a:xfrm>
            <a:off x="9184548" y="2501347"/>
            <a:ext cx="22263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データ編集者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5F69937-14E4-B421-6D47-D2AF6F6823CB}"/>
              </a:ext>
            </a:extLst>
          </p:cNvPr>
          <p:cNvSpPr txBox="1"/>
          <p:nvPr/>
        </p:nvSpPr>
        <p:spPr>
          <a:xfrm>
            <a:off x="9184548" y="3013211"/>
            <a:ext cx="22263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データ編集者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5FE759B-6878-7AD1-4147-D2BBC3157660}"/>
              </a:ext>
            </a:extLst>
          </p:cNvPr>
          <p:cNvSpPr txBox="1"/>
          <p:nvPr/>
        </p:nvSpPr>
        <p:spPr>
          <a:xfrm>
            <a:off x="9184548" y="3525075"/>
            <a:ext cx="22263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データ編集者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10118AD-5403-FBED-8DE0-9D429919295F}"/>
              </a:ext>
            </a:extLst>
          </p:cNvPr>
          <p:cNvCxnSpPr>
            <a:stCxn id="10" idx="3"/>
            <a:endCxn id="22" idx="1"/>
          </p:cNvCxnSpPr>
          <p:nvPr/>
        </p:nvCxnSpPr>
        <p:spPr>
          <a:xfrm flipV="1">
            <a:off x="5983355" y="2686013"/>
            <a:ext cx="3201193" cy="4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134D50DB-01AE-F116-5A89-C21817D426C8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>
            <a:off x="5983355" y="2690191"/>
            <a:ext cx="3201193" cy="507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C8DA6B2-71ED-62B9-2878-1544FB7B15D1}"/>
              </a:ext>
            </a:extLst>
          </p:cNvPr>
          <p:cNvCxnSpPr>
            <a:cxnSpLocks/>
            <a:stCxn id="10" idx="3"/>
            <a:endCxn id="29" idx="1"/>
          </p:cNvCxnSpPr>
          <p:nvPr/>
        </p:nvCxnSpPr>
        <p:spPr>
          <a:xfrm>
            <a:off x="5983355" y="2690191"/>
            <a:ext cx="3201193" cy="1019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D1CFB1A-801A-C981-4A07-081A3EDE8CB0}"/>
              </a:ext>
            </a:extLst>
          </p:cNvPr>
          <p:cNvSpPr txBox="1"/>
          <p:nvPr/>
        </p:nvSpPr>
        <p:spPr>
          <a:xfrm>
            <a:off x="9184548" y="4322654"/>
            <a:ext cx="22263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データ編集者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28F1A04-2F68-7427-4990-9E2FB4ECBD8E}"/>
              </a:ext>
            </a:extLst>
          </p:cNvPr>
          <p:cNvSpPr txBox="1"/>
          <p:nvPr/>
        </p:nvSpPr>
        <p:spPr>
          <a:xfrm>
            <a:off x="9184548" y="4834518"/>
            <a:ext cx="22263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データ編集者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D53BE84-07A8-C6B2-F76C-209D60587237}"/>
              </a:ext>
            </a:extLst>
          </p:cNvPr>
          <p:cNvSpPr txBox="1"/>
          <p:nvPr/>
        </p:nvSpPr>
        <p:spPr>
          <a:xfrm>
            <a:off x="9184548" y="5346382"/>
            <a:ext cx="22263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データ編集者</a:t>
            </a: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85B121B6-56ED-8C04-BDDB-7D55CAA427F2}"/>
              </a:ext>
            </a:extLst>
          </p:cNvPr>
          <p:cNvCxnSpPr>
            <a:cxnSpLocks/>
            <a:stCxn id="11" idx="3"/>
            <a:endCxn id="38" idx="1"/>
          </p:cNvCxnSpPr>
          <p:nvPr/>
        </p:nvCxnSpPr>
        <p:spPr>
          <a:xfrm>
            <a:off x="5983355" y="4431985"/>
            <a:ext cx="3201193" cy="75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CD65122F-8257-A78D-AFA6-95662D6777D7}"/>
              </a:ext>
            </a:extLst>
          </p:cNvPr>
          <p:cNvCxnSpPr>
            <a:cxnSpLocks/>
            <a:stCxn id="11" idx="3"/>
            <a:endCxn id="39" idx="1"/>
          </p:cNvCxnSpPr>
          <p:nvPr/>
        </p:nvCxnSpPr>
        <p:spPr>
          <a:xfrm>
            <a:off x="5983355" y="4431985"/>
            <a:ext cx="3201193" cy="587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8B9E1622-C04A-D3CD-16A0-CE820DA68A98}"/>
              </a:ext>
            </a:extLst>
          </p:cNvPr>
          <p:cNvCxnSpPr>
            <a:cxnSpLocks/>
            <a:stCxn id="11" idx="3"/>
            <a:endCxn id="40" idx="1"/>
          </p:cNvCxnSpPr>
          <p:nvPr/>
        </p:nvCxnSpPr>
        <p:spPr>
          <a:xfrm>
            <a:off x="5983355" y="4431985"/>
            <a:ext cx="3201193" cy="1099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4FDFD3C-277F-679C-B2C6-ACAF6A5D4E13}"/>
              </a:ext>
            </a:extLst>
          </p:cNvPr>
          <p:cNvSpPr txBox="1"/>
          <p:nvPr/>
        </p:nvSpPr>
        <p:spPr>
          <a:xfrm>
            <a:off x="5578376" y="341243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データ編集者の登録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671489-EA6C-EC3B-AF14-B349C89CECA0}"/>
              </a:ext>
            </a:extLst>
          </p:cNvPr>
          <p:cNvSpPr txBox="1"/>
          <p:nvPr/>
        </p:nvSpPr>
        <p:spPr>
          <a:xfrm>
            <a:off x="2276060" y="5456582"/>
            <a:ext cx="2226365" cy="3776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FE340D-AAF6-DD2C-A974-3B4072FFF289}"/>
              </a:ext>
            </a:extLst>
          </p:cNvPr>
          <p:cNvSpPr txBox="1"/>
          <p:nvPr/>
        </p:nvSpPr>
        <p:spPr>
          <a:xfrm>
            <a:off x="3255930" y="103453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スーパーバイザーの登録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2474BC4D-ED22-5305-AEB1-D82D670DD2ED}"/>
              </a:ext>
            </a:extLst>
          </p:cNvPr>
          <p:cNvCxnSpPr>
            <a:cxnSpLocks/>
            <a:stCxn id="2" idx="2"/>
            <a:endCxn id="6" idx="1"/>
          </p:cNvCxnSpPr>
          <p:nvPr/>
        </p:nvCxnSpPr>
        <p:spPr>
          <a:xfrm rot="16200000" flipH="1">
            <a:off x="-109331" y="3260035"/>
            <a:ext cx="4244008" cy="5267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87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6FBE-86C5-67CC-634B-4FE7A0E1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9DC590-74CC-7A76-4B1F-736291D2C62D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32782C-3640-516D-F481-5C8F638CAE46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パスワードルール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C04C27-89F0-B6D9-90F5-6EA113E62137}"/>
              </a:ext>
            </a:extLst>
          </p:cNvPr>
          <p:cNvSpPr txBox="1"/>
          <p:nvPr/>
        </p:nvSpPr>
        <p:spPr>
          <a:xfrm>
            <a:off x="496957" y="1093304"/>
            <a:ext cx="10923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パスワードは平文で</a:t>
            </a:r>
            <a:r>
              <a:rPr kumimoji="1" lang="en-US" altLang="ja-JP" dirty="0" err="1"/>
              <a:t>php</a:t>
            </a:r>
            <a:r>
              <a:rPr kumimoji="1" lang="ja-JP" altLang="en-US" dirty="0"/>
              <a:t>に記載しない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パスワードはそれぞれ自分で変更可能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パスワード再発行インターフェースを用意する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54619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682A-915C-CCC2-495F-71DF40B7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1B973DC-7E81-FF3E-E6BB-340C19C58AA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87795F-1267-2455-20C8-C885A2EBCE57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スーパーバイザーログイン画面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DCDD06-2C41-134D-798F-B51D104A8C28}"/>
              </a:ext>
            </a:extLst>
          </p:cNvPr>
          <p:cNvSpPr txBox="1"/>
          <p:nvPr/>
        </p:nvSpPr>
        <p:spPr>
          <a:xfrm>
            <a:off x="462169" y="1103243"/>
            <a:ext cx="361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スーパーバイザーログイン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4E6CCF-2639-5247-CB07-09E2C88B0951}"/>
              </a:ext>
            </a:extLst>
          </p:cNvPr>
          <p:cNvSpPr/>
          <p:nvPr/>
        </p:nvSpPr>
        <p:spPr>
          <a:xfrm>
            <a:off x="678104" y="3244527"/>
            <a:ext cx="1560691" cy="280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ログイン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1B4747-7297-EBBA-4349-C4D16196A819}"/>
              </a:ext>
            </a:extLst>
          </p:cNvPr>
          <p:cNvSpPr/>
          <p:nvPr/>
        </p:nvSpPr>
        <p:spPr>
          <a:xfrm>
            <a:off x="683442" y="1518536"/>
            <a:ext cx="228204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abc@xyz.com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456C20-53F4-169D-4BD8-45ABC383F231}"/>
              </a:ext>
            </a:extLst>
          </p:cNvPr>
          <p:cNvSpPr txBox="1"/>
          <p:nvPr/>
        </p:nvSpPr>
        <p:spPr>
          <a:xfrm>
            <a:off x="3106989" y="154467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メールアドレス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872506-69AF-0009-1FFF-6486C91DB780}"/>
              </a:ext>
            </a:extLst>
          </p:cNvPr>
          <p:cNvSpPr/>
          <p:nvPr/>
        </p:nvSpPr>
        <p:spPr>
          <a:xfrm>
            <a:off x="705430" y="2025989"/>
            <a:ext cx="2260053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********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EC29472-D9EE-7313-97F3-94D1A8E90697}"/>
              </a:ext>
            </a:extLst>
          </p:cNvPr>
          <p:cNvSpPr txBox="1"/>
          <p:nvPr/>
        </p:nvSpPr>
        <p:spPr>
          <a:xfrm>
            <a:off x="3085145" y="21092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パスワード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F967138-45D7-CE70-2A2A-22656F1742BB}"/>
              </a:ext>
            </a:extLst>
          </p:cNvPr>
          <p:cNvSpPr/>
          <p:nvPr/>
        </p:nvSpPr>
        <p:spPr>
          <a:xfrm>
            <a:off x="407503" y="974034"/>
            <a:ext cx="4701210" cy="35658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EC32EF1-4699-3660-D493-58D505E06EC2}"/>
              </a:ext>
            </a:extLst>
          </p:cNvPr>
          <p:cNvSpPr txBox="1"/>
          <p:nvPr/>
        </p:nvSpPr>
        <p:spPr>
          <a:xfrm>
            <a:off x="5836019" y="5224057"/>
            <a:ext cx="113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178A07A-00EB-CAB8-EF1E-DAE48F13BC4C}"/>
              </a:ext>
            </a:extLst>
          </p:cNvPr>
          <p:cNvSpPr/>
          <p:nvPr/>
        </p:nvSpPr>
        <p:spPr>
          <a:xfrm>
            <a:off x="6293955" y="5713424"/>
            <a:ext cx="1637472" cy="28008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＊＊＊＊＊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68B65B6-C120-01AD-26D9-13A6622B8CF9}"/>
              </a:ext>
            </a:extLst>
          </p:cNvPr>
          <p:cNvSpPr txBox="1"/>
          <p:nvPr/>
        </p:nvSpPr>
        <p:spPr>
          <a:xfrm>
            <a:off x="8143827" y="5723358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エディットボックスは点線囲み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3D626F1-AD1A-908F-53C2-7ED71B30C1F9}"/>
              </a:ext>
            </a:extLst>
          </p:cNvPr>
          <p:cNvSpPr/>
          <p:nvPr/>
        </p:nvSpPr>
        <p:spPr>
          <a:xfrm>
            <a:off x="6306378" y="6120112"/>
            <a:ext cx="1625049" cy="280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ログイン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2A1BBAF-AF7E-FC12-D7E8-4B72279FBA24}"/>
              </a:ext>
            </a:extLst>
          </p:cNvPr>
          <p:cNvSpPr txBox="1"/>
          <p:nvPr/>
        </p:nvSpPr>
        <p:spPr>
          <a:xfrm>
            <a:off x="8143827" y="6030391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ボタンは実線囲み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6F45A198-DE2B-D991-E769-864CF2B59F53}"/>
              </a:ext>
            </a:extLst>
          </p:cNvPr>
          <p:cNvSpPr/>
          <p:nvPr/>
        </p:nvSpPr>
        <p:spPr>
          <a:xfrm>
            <a:off x="2563640" y="3246095"/>
            <a:ext cx="1560691" cy="280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再発行依頼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135B699-B9C1-F876-E811-992CEE38B6C6}"/>
              </a:ext>
            </a:extLst>
          </p:cNvPr>
          <p:cNvSpPr txBox="1"/>
          <p:nvPr/>
        </p:nvSpPr>
        <p:spPr>
          <a:xfrm>
            <a:off x="2358464" y="3646213"/>
            <a:ext cx="267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パスワードを忘れた方はこちら</a:t>
            </a: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BF6659BA-38D0-C4D6-C612-18B0049D5A6B}"/>
              </a:ext>
            </a:extLst>
          </p:cNvPr>
          <p:cNvSpPr/>
          <p:nvPr/>
        </p:nvSpPr>
        <p:spPr>
          <a:xfrm>
            <a:off x="1630017" y="4810206"/>
            <a:ext cx="765713" cy="32816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2C38D8-2842-1E95-2EDB-984E29D615D7}"/>
              </a:ext>
            </a:extLst>
          </p:cNvPr>
          <p:cNvSpPr txBox="1"/>
          <p:nvPr/>
        </p:nvSpPr>
        <p:spPr>
          <a:xfrm>
            <a:off x="1232452" y="5408723"/>
            <a:ext cx="246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ログイン成功画面へ</a:t>
            </a:r>
          </a:p>
        </p:txBody>
      </p:sp>
      <p:sp>
        <p:nvSpPr>
          <p:cNvPr id="51" name="矢印: 下 50">
            <a:extLst>
              <a:ext uri="{FF2B5EF4-FFF2-40B4-BE49-F238E27FC236}">
                <a16:creationId xmlns:a16="http://schemas.microsoft.com/office/drawing/2014/main" id="{CB91B952-0B00-C129-CC81-BBB713EDFFAA}"/>
              </a:ext>
            </a:extLst>
          </p:cNvPr>
          <p:cNvSpPr/>
          <p:nvPr/>
        </p:nvSpPr>
        <p:spPr>
          <a:xfrm rot="16200000">
            <a:off x="5424349" y="2304606"/>
            <a:ext cx="765713" cy="32816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19388590-C914-F4F9-50B5-5DF0F17FBC3A}"/>
              </a:ext>
            </a:extLst>
          </p:cNvPr>
          <p:cNvSpPr txBox="1"/>
          <p:nvPr/>
        </p:nvSpPr>
        <p:spPr>
          <a:xfrm>
            <a:off x="6401675" y="853168"/>
            <a:ext cx="246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ログイン失敗</a:t>
            </a:r>
          </a:p>
        </p:txBody>
      </p:sp>
      <p:sp>
        <p:nvSpPr>
          <p:cNvPr id="66" name="矢印: 下 65">
            <a:extLst>
              <a:ext uri="{FF2B5EF4-FFF2-40B4-BE49-F238E27FC236}">
                <a16:creationId xmlns:a16="http://schemas.microsoft.com/office/drawing/2014/main" id="{00432743-4CCD-0830-2283-DD36B66C8598}"/>
              </a:ext>
            </a:extLst>
          </p:cNvPr>
          <p:cNvSpPr/>
          <p:nvPr/>
        </p:nvSpPr>
        <p:spPr>
          <a:xfrm rot="5400000">
            <a:off x="5374920" y="3346666"/>
            <a:ext cx="765713" cy="32816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F7F70B-C877-98C3-6544-2B88A85A6614}"/>
              </a:ext>
            </a:extLst>
          </p:cNvPr>
          <p:cNvSpPr txBox="1"/>
          <p:nvPr/>
        </p:nvSpPr>
        <p:spPr>
          <a:xfrm>
            <a:off x="6667500" y="1449502"/>
            <a:ext cx="361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スーパーバイザーログイン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E93F48E-2478-FF5D-4028-330293BFBB17}"/>
              </a:ext>
            </a:extLst>
          </p:cNvPr>
          <p:cNvSpPr/>
          <p:nvPr/>
        </p:nvSpPr>
        <p:spPr>
          <a:xfrm>
            <a:off x="6883435" y="3590786"/>
            <a:ext cx="1560691" cy="280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ログイン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8898147-FA68-73D2-C3C4-F3696E3D1AF1}"/>
              </a:ext>
            </a:extLst>
          </p:cNvPr>
          <p:cNvSpPr/>
          <p:nvPr/>
        </p:nvSpPr>
        <p:spPr>
          <a:xfrm>
            <a:off x="6888773" y="1864795"/>
            <a:ext cx="228204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abc@xyz.com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ADA604E-42E3-872F-C317-3274BFF02DC2}"/>
              </a:ext>
            </a:extLst>
          </p:cNvPr>
          <p:cNvSpPr txBox="1"/>
          <p:nvPr/>
        </p:nvSpPr>
        <p:spPr>
          <a:xfrm>
            <a:off x="9312320" y="189093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メールアドレス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BE5D5B0-D5AB-DA9E-AA48-72603577684C}"/>
              </a:ext>
            </a:extLst>
          </p:cNvPr>
          <p:cNvSpPr/>
          <p:nvPr/>
        </p:nvSpPr>
        <p:spPr>
          <a:xfrm>
            <a:off x="6910761" y="2372248"/>
            <a:ext cx="2260053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********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085B818-8756-44A9-8197-FFC1D2728E5F}"/>
              </a:ext>
            </a:extLst>
          </p:cNvPr>
          <p:cNvSpPr txBox="1"/>
          <p:nvPr/>
        </p:nvSpPr>
        <p:spPr>
          <a:xfrm>
            <a:off x="9290476" y="24554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パスワード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A0DC3DB-295D-A3AF-DB59-027418B91621}"/>
              </a:ext>
            </a:extLst>
          </p:cNvPr>
          <p:cNvSpPr/>
          <p:nvPr/>
        </p:nvSpPr>
        <p:spPr>
          <a:xfrm>
            <a:off x="6612834" y="1320293"/>
            <a:ext cx="4701210" cy="35658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E379B24-2B79-3217-F1E2-49E757E793A7}"/>
              </a:ext>
            </a:extLst>
          </p:cNvPr>
          <p:cNvSpPr/>
          <p:nvPr/>
        </p:nvSpPr>
        <p:spPr>
          <a:xfrm>
            <a:off x="8768971" y="3592354"/>
            <a:ext cx="1560691" cy="280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再発行依頼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283A0BF-8FCC-3976-93D8-CA653C8A17E6}"/>
              </a:ext>
            </a:extLst>
          </p:cNvPr>
          <p:cNvSpPr txBox="1"/>
          <p:nvPr/>
        </p:nvSpPr>
        <p:spPr>
          <a:xfrm>
            <a:off x="8563795" y="3992472"/>
            <a:ext cx="267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パスワードを忘れた方はこちら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99E2EE2-5C46-5084-0306-5288060043BE}"/>
              </a:ext>
            </a:extLst>
          </p:cNvPr>
          <p:cNvSpPr/>
          <p:nvPr/>
        </p:nvSpPr>
        <p:spPr>
          <a:xfrm>
            <a:off x="6801973" y="2304062"/>
            <a:ext cx="4040029" cy="144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36FDD22-C25E-1419-A3CD-F25DC3A38C73}"/>
              </a:ext>
            </a:extLst>
          </p:cNvPr>
          <p:cNvSpPr txBox="1"/>
          <p:nvPr/>
        </p:nvSpPr>
        <p:spPr>
          <a:xfrm>
            <a:off x="7064410" y="2516207"/>
            <a:ext cx="34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メールアドレスまたは</a:t>
            </a:r>
            <a:endParaRPr kumimoji="1" lang="en-US" altLang="ja-JP" dirty="0"/>
          </a:p>
          <a:p>
            <a:r>
              <a:rPr kumimoji="1" lang="ja-JP" altLang="en-US" dirty="0"/>
              <a:t>パスワードが間違っています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01B9ADD-C288-1546-930B-982608BE4E94}"/>
              </a:ext>
            </a:extLst>
          </p:cNvPr>
          <p:cNvSpPr/>
          <p:nvPr/>
        </p:nvSpPr>
        <p:spPr>
          <a:xfrm>
            <a:off x="7926657" y="3226808"/>
            <a:ext cx="1560691" cy="280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再入力</a:t>
            </a:r>
          </a:p>
        </p:txBody>
      </p:sp>
    </p:spTree>
    <p:extLst>
      <p:ext uri="{BB962C8B-B14F-4D97-AF65-F5344CB8AC3E}">
        <p14:creationId xmlns:p14="http://schemas.microsoft.com/office/powerpoint/2010/main" val="423480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91A2-38E6-F4A0-9504-8B0F7DDB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867D7F6-2FC8-E3C2-A268-FDFB18FD656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CEACE0-9430-A7D1-3C2B-0D0CEFA6C937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ログインボタン後の画面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F511184-6F79-056B-32ED-8E2721492C1D}"/>
              </a:ext>
            </a:extLst>
          </p:cNvPr>
          <p:cNvSpPr txBox="1"/>
          <p:nvPr/>
        </p:nvSpPr>
        <p:spPr>
          <a:xfrm>
            <a:off x="1169506" y="86888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ログイン成功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1B5D67F-EC69-CF25-D2C0-69BCEAD03745}"/>
              </a:ext>
            </a:extLst>
          </p:cNvPr>
          <p:cNvSpPr/>
          <p:nvPr/>
        </p:nvSpPr>
        <p:spPr>
          <a:xfrm>
            <a:off x="569300" y="1401415"/>
            <a:ext cx="5145699" cy="23953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1AE2445-A538-E388-4B95-2F44B3E87AC2}"/>
              </a:ext>
            </a:extLst>
          </p:cNvPr>
          <p:cNvSpPr/>
          <p:nvPr/>
        </p:nvSpPr>
        <p:spPr>
          <a:xfrm>
            <a:off x="1086136" y="2151024"/>
            <a:ext cx="3667539" cy="3892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＊＊＊＊＊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DBADF1F-613D-4C00-8680-8D098877A8C0}"/>
              </a:ext>
            </a:extLst>
          </p:cNvPr>
          <p:cNvSpPr txBox="1"/>
          <p:nvPr/>
        </p:nvSpPr>
        <p:spPr>
          <a:xfrm>
            <a:off x="626075" y="1700091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メールに届いた認証コードを入力してください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1B89536-566D-7E13-3FFB-2294271783B8}"/>
              </a:ext>
            </a:extLst>
          </p:cNvPr>
          <p:cNvSpPr/>
          <p:nvPr/>
        </p:nvSpPr>
        <p:spPr>
          <a:xfrm>
            <a:off x="1165363" y="2893301"/>
            <a:ext cx="778563" cy="3892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認証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BF331F0-7160-39E1-383F-321E34F98358}"/>
              </a:ext>
            </a:extLst>
          </p:cNvPr>
          <p:cNvSpPr txBox="1"/>
          <p:nvPr/>
        </p:nvSpPr>
        <p:spPr>
          <a:xfrm>
            <a:off x="6299934" y="1781692"/>
            <a:ext cx="5320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認証に成功するとスーパーバイザー管理画面へ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認証失敗するとログイン画面に戻る</a:t>
            </a:r>
          </a:p>
        </p:txBody>
      </p:sp>
    </p:spTree>
    <p:extLst>
      <p:ext uri="{BB962C8B-B14F-4D97-AF65-F5344CB8AC3E}">
        <p14:creationId xmlns:p14="http://schemas.microsoft.com/office/powerpoint/2010/main" val="3951095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7F28-2F6B-EF51-0086-D3BEC23E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7089F64-4150-2ACC-E587-AA18FF664837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616E67-9E1F-9FF4-1B01-C12D558DEF89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パスワード再発行依頼画面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F1203BE-124B-430F-1992-CF3A500388CD}"/>
              </a:ext>
            </a:extLst>
          </p:cNvPr>
          <p:cNvSpPr/>
          <p:nvPr/>
        </p:nvSpPr>
        <p:spPr>
          <a:xfrm>
            <a:off x="569300" y="1401415"/>
            <a:ext cx="5145699" cy="23953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72D479-123C-6367-8EB2-77238598F8DE}"/>
              </a:ext>
            </a:extLst>
          </p:cNvPr>
          <p:cNvSpPr txBox="1"/>
          <p:nvPr/>
        </p:nvSpPr>
        <p:spPr>
          <a:xfrm>
            <a:off x="626075" y="1700091"/>
            <a:ext cx="4801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パスワードを再発行します</a:t>
            </a:r>
            <a:endParaRPr kumimoji="1" lang="en-US" altLang="ja-JP" dirty="0"/>
          </a:p>
          <a:p>
            <a:r>
              <a:rPr kumimoji="1" lang="ja-JP" altLang="en-US" dirty="0"/>
              <a:t>旧パスワードは利用できなくなります</a:t>
            </a:r>
            <a:endParaRPr kumimoji="1" lang="en-US" altLang="ja-JP" dirty="0"/>
          </a:p>
          <a:p>
            <a:r>
              <a:rPr kumimoji="1" lang="ja-JP" altLang="en-US" dirty="0"/>
              <a:t>届いたパスワードで再ログインしてください</a:t>
            </a:r>
            <a:endParaRPr kumimoji="1"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E9196B1-9FD4-7E3E-AE41-98B5C9F8B0DA}"/>
              </a:ext>
            </a:extLst>
          </p:cNvPr>
          <p:cNvSpPr/>
          <p:nvPr/>
        </p:nvSpPr>
        <p:spPr>
          <a:xfrm>
            <a:off x="1165363" y="2893301"/>
            <a:ext cx="778563" cy="3892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再発行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3CBB404-C4B9-4A13-BBCC-075ED1307D94}"/>
              </a:ext>
            </a:extLst>
          </p:cNvPr>
          <p:cNvSpPr/>
          <p:nvPr/>
        </p:nvSpPr>
        <p:spPr>
          <a:xfrm>
            <a:off x="2605419" y="2860380"/>
            <a:ext cx="778563" cy="3892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戻る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6EDEE28-EB6B-EFDB-62CB-F11C29BB33C0}"/>
              </a:ext>
            </a:extLst>
          </p:cNvPr>
          <p:cNvSpPr txBox="1"/>
          <p:nvPr/>
        </p:nvSpPr>
        <p:spPr>
          <a:xfrm>
            <a:off x="6299934" y="1781692"/>
            <a:ext cx="393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戻るボタンでログイン画面に戻る</a:t>
            </a:r>
          </a:p>
        </p:txBody>
      </p:sp>
    </p:spTree>
    <p:extLst>
      <p:ext uri="{BB962C8B-B14F-4D97-AF65-F5344CB8AC3E}">
        <p14:creationId xmlns:p14="http://schemas.microsoft.com/office/powerpoint/2010/main" val="23201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AF0F-2565-6454-2933-144C34A9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5A7C5C8-E870-68E3-2F4A-B8AD77938DB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0EA124-2E1B-9655-57AC-801B2A331CE8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スーパーバイザー管理画面（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で行うことを想定）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8A13B9B-70BF-41A3-7B88-F0411A892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67476"/>
              </p:ext>
            </p:extLst>
          </p:nvPr>
        </p:nvGraphicFramePr>
        <p:xfrm>
          <a:off x="407503" y="1820444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r>
                        <a:rPr kumimoji="1" lang="ja-JP" altLang="en-US" sz="1800" dirty="0"/>
                        <a:t>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A8D091-FDBC-BB75-BE8D-F0FD9A62AED5}"/>
              </a:ext>
            </a:extLst>
          </p:cNvPr>
          <p:cNvSpPr txBox="1"/>
          <p:nvPr/>
        </p:nvSpPr>
        <p:spPr>
          <a:xfrm>
            <a:off x="462169" y="1103243"/>
            <a:ext cx="194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全体表示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0EA043D-5B0B-B3C5-8A18-F298DC067360}"/>
              </a:ext>
            </a:extLst>
          </p:cNvPr>
          <p:cNvSpPr/>
          <p:nvPr/>
        </p:nvSpPr>
        <p:spPr>
          <a:xfrm>
            <a:off x="462168" y="4532243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新規登録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3592C4B-7EF8-0509-EF8D-EC76242B3B5A}"/>
              </a:ext>
            </a:extLst>
          </p:cNvPr>
          <p:cNvSpPr/>
          <p:nvPr/>
        </p:nvSpPr>
        <p:spPr>
          <a:xfrm>
            <a:off x="1697933" y="4532243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F19B79B-472C-18CB-E65B-1DEC9FBDB53D}"/>
              </a:ext>
            </a:extLst>
          </p:cNvPr>
          <p:cNvSpPr/>
          <p:nvPr/>
        </p:nvSpPr>
        <p:spPr>
          <a:xfrm>
            <a:off x="3033090" y="4532243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D23B6A0-96BB-5C2B-1790-84D25B14933B}"/>
              </a:ext>
            </a:extLst>
          </p:cNvPr>
          <p:cNvSpPr txBox="1"/>
          <p:nvPr/>
        </p:nvSpPr>
        <p:spPr>
          <a:xfrm>
            <a:off x="4780722" y="1287909"/>
            <a:ext cx="6182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全体表示では登録済みの全博物館の一覧が表示される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新規登録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新たに博物館を登録する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削除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登録済みの博物館を削除する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修正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登録済みの博物館の管理者の修正を行う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アカウント情報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パスワード変更などができる画面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94A9C80-9C39-C713-A2A1-9E918F48D3C2}"/>
              </a:ext>
            </a:extLst>
          </p:cNvPr>
          <p:cNvSpPr/>
          <p:nvPr/>
        </p:nvSpPr>
        <p:spPr>
          <a:xfrm>
            <a:off x="4256432" y="4532243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アカウント情報</a:t>
            </a:r>
          </a:p>
        </p:txBody>
      </p:sp>
    </p:spTree>
    <p:extLst>
      <p:ext uri="{BB962C8B-B14F-4D97-AF65-F5344CB8AC3E}">
        <p14:creationId xmlns:p14="http://schemas.microsoft.com/office/powerpoint/2010/main" val="333781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4921-8F85-B8B8-CA07-64E79C90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A30E02B-F706-C714-82D0-CD93951B3046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C8B690-0753-CBDB-7DDE-793EB57764B7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アカウント情報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E5D9A80-8E56-90CA-9732-589E72A8BBC5}"/>
              </a:ext>
            </a:extLst>
          </p:cNvPr>
          <p:cNvSpPr/>
          <p:nvPr/>
        </p:nvSpPr>
        <p:spPr>
          <a:xfrm>
            <a:off x="986456" y="1972694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F2D7866-0028-CD36-0C67-85BDBD88D4AA}"/>
              </a:ext>
            </a:extLst>
          </p:cNvPr>
          <p:cNvSpPr txBox="1"/>
          <p:nvPr/>
        </p:nvSpPr>
        <p:spPr>
          <a:xfrm>
            <a:off x="2927898" y="19726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氏名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4A3D19A-6C6F-82B3-CBB5-A4491058FB14}"/>
              </a:ext>
            </a:extLst>
          </p:cNvPr>
          <p:cNvSpPr/>
          <p:nvPr/>
        </p:nvSpPr>
        <p:spPr>
          <a:xfrm>
            <a:off x="986456" y="2464679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AB46D3A-8F09-BF6D-3CA5-BD0CA622CF47}"/>
              </a:ext>
            </a:extLst>
          </p:cNvPr>
          <p:cNvSpPr txBox="1"/>
          <p:nvPr/>
        </p:nvSpPr>
        <p:spPr>
          <a:xfrm>
            <a:off x="2927898" y="24233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メールアドレス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17DF3DA-8E14-A9C7-7FD6-454F5E1C81C3}"/>
              </a:ext>
            </a:extLst>
          </p:cNvPr>
          <p:cNvSpPr/>
          <p:nvPr/>
        </p:nvSpPr>
        <p:spPr>
          <a:xfrm>
            <a:off x="986456" y="302127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381AB08-1AA2-77BC-FCBC-171F939FE5D4}"/>
              </a:ext>
            </a:extLst>
          </p:cNvPr>
          <p:cNvSpPr txBox="1"/>
          <p:nvPr/>
        </p:nvSpPr>
        <p:spPr>
          <a:xfrm>
            <a:off x="2927898" y="299800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新しいパスワード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0D1F12B-CC68-B6A6-4D12-ABB2B588A2BC}"/>
              </a:ext>
            </a:extLst>
          </p:cNvPr>
          <p:cNvSpPr/>
          <p:nvPr/>
        </p:nvSpPr>
        <p:spPr>
          <a:xfrm>
            <a:off x="2297597" y="5665302"/>
            <a:ext cx="970718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3DB441C-CE56-7CB8-36B8-0844EE1EEB39}"/>
              </a:ext>
            </a:extLst>
          </p:cNvPr>
          <p:cNvSpPr/>
          <p:nvPr/>
        </p:nvSpPr>
        <p:spPr>
          <a:xfrm>
            <a:off x="1056863" y="56653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B9C479B-D3EF-CFBB-372E-141A4E0B35BD}"/>
              </a:ext>
            </a:extLst>
          </p:cNvPr>
          <p:cNvSpPr/>
          <p:nvPr/>
        </p:nvSpPr>
        <p:spPr>
          <a:xfrm>
            <a:off x="617877" y="1192698"/>
            <a:ext cx="8257765" cy="51981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A83EB1-B392-9450-14FF-D86C8933B599}"/>
              </a:ext>
            </a:extLst>
          </p:cNvPr>
          <p:cNvSpPr txBox="1"/>
          <p:nvPr/>
        </p:nvSpPr>
        <p:spPr>
          <a:xfrm>
            <a:off x="986456" y="1398030"/>
            <a:ext cx="423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アカウント情報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A96B3D0-38E7-4213-5589-2007751340FC}"/>
              </a:ext>
            </a:extLst>
          </p:cNvPr>
          <p:cNvSpPr/>
          <p:nvPr/>
        </p:nvSpPr>
        <p:spPr>
          <a:xfrm>
            <a:off x="986456" y="357650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78A5F88-261C-6EEA-9020-B49A0DCFE5EE}"/>
              </a:ext>
            </a:extLst>
          </p:cNvPr>
          <p:cNvSpPr txBox="1"/>
          <p:nvPr/>
        </p:nvSpPr>
        <p:spPr>
          <a:xfrm>
            <a:off x="3001617" y="3576501"/>
            <a:ext cx="321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新しいパスワード確認用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56B095F-CCFA-0371-6F82-37B5B8B32B2F}"/>
              </a:ext>
            </a:extLst>
          </p:cNvPr>
          <p:cNvSpPr/>
          <p:nvPr/>
        </p:nvSpPr>
        <p:spPr>
          <a:xfrm>
            <a:off x="986456" y="4226727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0768ED8-DF97-82F2-7CFC-8F6DD2164D97}"/>
              </a:ext>
            </a:extLst>
          </p:cNvPr>
          <p:cNvSpPr txBox="1"/>
          <p:nvPr/>
        </p:nvSpPr>
        <p:spPr>
          <a:xfrm>
            <a:off x="2927898" y="4154996"/>
            <a:ext cx="321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現在のパスワード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76B6A83-F1D8-0C0D-CB9D-9E850A9966CE}"/>
              </a:ext>
            </a:extLst>
          </p:cNvPr>
          <p:cNvSpPr txBox="1"/>
          <p:nvPr/>
        </p:nvSpPr>
        <p:spPr>
          <a:xfrm>
            <a:off x="867398" y="4876953"/>
            <a:ext cx="6152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現在のパスワードに正しいパスワードを入力後</a:t>
            </a:r>
            <a:r>
              <a:rPr kumimoji="1" lang="en-US" altLang="ja-JP" dirty="0"/>
              <a:t>OK</a:t>
            </a:r>
            <a:r>
              <a:rPr kumimoji="1" lang="ja-JP" altLang="en-US" dirty="0"/>
              <a:t>ボタンを押してください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4863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249B-9F94-BF63-1C86-33E038E3E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A04696B-9FC6-0772-C893-E952720D7680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D8151C-8836-4E81-4858-04A08A2BF396}"/>
              </a:ext>
            </a:extLst>
          </p:cNvPr>
          <p:cNvSpPr txBox="1"/>
          <p:nvPr/>
        </p:nvSpPr>
        <p:spPr>
          <a:xfrm>
            <a:off x="407503" y="198783"/>
            <a:ext cx="854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アカウント情報（現在のパスワードが間違っている場合）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A66B808-1481-0163-58F1-50B4F892BDCB}"/>
              </a:ext>
            </a:extLst>
          </p:cNvPr>
          <p:cNvSpPr/>
          <p:nvPr/>
        </p:nvSpPr>
        <p:spPr>
          <a:xfrm>
            <a:off x="986456" y="1972694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881C801-C7A6-E034-B725-04A24583B43D}"/>
              </a:ext>
            </a:extLst>
          </p:cNvPr>
          <p:cNvSpPr txBox="1"/>
          <p:nvPr/>
        </p:nvSpPr>
        <p:spPr>
          <a:xfrm>
            <a:off x="2927898" y="19726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氏名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8B66682-DE0A-D6CE-FF6D-C37ACEC0CCB5}"/>
              </a:ext>
            </a:extLst>
          </p:cNvPr>
          <p:cNvSpPr/>
          <p:nvPr/>
        </p:nvSpPr>
        <p:spPr>
          <a:xfrm>
            <a:off x="986456" y="2464679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E2A7946-43E2-1053-78A0-CFA141006345}"/>
              </a:ext>
            </a:extLst>
          </p:cNvPr>
          <p:cNvSpPr txBox="1"/>
          <p:nvPr/>
        </p:nvSpPr>
        <p:spPr>
          <a:xfrm>
            <a:off x="2927898" y="24233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メールアドレス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863FB2A-79A2-2CBE-0DDC-BEE87542FA2C}"/>
              </a:ext>
            </a:extLst>
          </p:cNvPr>
          <p:cNvSpPr/>
          <p:nvPr/>
        </p:nvSpPr>
        <p:spPr>
          <a:xfrm>
            <a:off x="986456" y="302127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AEF63B7-64E3-03C8-D543-49EE184B0B80}"/>
              </a:ext>
            </a:extLst>
          </p:cNvPr>
          <p:cNvSpPr txBox="1"/>
          <p:nvPr/>
        </p:nvSpPr>
        <p:spPr>
          <a:xfrm>
            <a:off x="2927898" y="299800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新しいパスワード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56923E7-DB88-8519-126B-7431CF4BA3A8}"/>
              </a:ext>
            </a:extLst>
          </p:cNvPr>
          <p:cNvSpPr/>
          <p:nvPr/>
        </p:nvSpPr>
        <p:spPr>
          <a:xfrm>
            <a:off x="2297597" y="5665302"/>
            <a:ext cx="970718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376F512-6247-0F14-B78A-B1A43FE7CE4E}"/>
              </a:ext>
            </a:extLst>
          </p:cNvPr>
          <p:cNvSpPr/>
          <p:nvPr/>
        </p:nvSpPr>
        <p:spPr>
          <a:xfrm>
            <a:off x="1056863" y="56653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0864C2B-B742-D885-796D-9849FCB7B6C9}"/>
              </a:ext>
            </a:extLst>
          </p:cNvPr>
          <p:cNvSpPr/>
          <p:nvPr/>
        </p:nvSpPr>
        <p:spPr>
          <a:xfrm>
            <a:off x="617877" y="1192698"/>
            <a:ext cx="8257765" cy="51981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D59B25-336D-B24E-B192-548EA28F25A9}"/>
              </a:ext>
            </a:extLst>
          </p:cNvPr>
          <p:cNvSpPr txBox="1"/>
          <p:nvPr/>
        </p:nvSpPr>
        <p:spPr>
          <a:xfrm>
            <a:off x="986456" y="1398030"/>
            <a:ext cx="423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アカウント情報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9AC561E-22B0-77E4-7160-9D8810FCE2BA}"/>
              </a:ext>
            </a:extLst>
          </p:cNvPr>
          <p:cNvSpPr/>
          <p:nvPr/>
        </p:nvSpPr>
        <p:spPr>
          <a:xfrm>
            <a:off x="986456" y="357650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410025-F2AA-8E69-886D-05BD2A6016B8}"/>
              </a:ext>
            </a:extLst>
          </p:cNvPr>
          <p:cNvSpPr txBox="1"/>
          <p:nvPr/>
        </p:nvSpPr>
        <p:spPr>
          <a:xfrm>
            <a:off x="3001617" y="3576501"/>
            <a:ext cx="321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新しいパスワード確認用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F6CC2C-9B15-B68D-A8A5-CA29AEC0D6C4}"/>
              </a:ext>
            </a:extLst>
          </p:cNvPr>
          <p:cNvSpPr/>
          <p:nvPr/>
        </p:nvSpPr>
        <p:spPr>
          <a:xfrm>
            <a:off x="986456" y="4226727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E77135-C41A-42C5-40DA-2B187FB0CE0F}"/>
              </a:ext>
            </a:extLst>
          </p:cNvPr>
          <p:cNvSpPr txBox="1"/>
          <p:nvPr/>
        </p:nvSpPr>
        <p:spPr>
          <a:xfrm>
            <a:off x="2927898" y="4154996"/>
            <a:ext cx="321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現在のパスワード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4A4676D-F837-DAFE-D166-440E9B43B025}"/>
              </a:ext>
            </a:extLst>
          </p:cNvPr>
          <p:cNvSpPr txBox="1"/>
          <p:nvPr/>
        </p:nvSpPr>
        <p:spPr>
          <a:xfrm>
            <a:off x="867398" y="4876953"/>
            <a:ext cx="6152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現在のパスワードに正しいパスワードを入力後</a:t>
            </a:r>
            <a:r>
              <a:rPr kumimoji="1" lang="en-US" altLang="ja-JP" dirty="0"/>
              <a:t>OK</a:t>
            </a:r>
            <a:r>
              <a:rPr kumimoji="1" lang="ja-JP" altLang="en-US" dirty="0"/>
              <a:t>ボタンを押してください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B5D066-26E0-6D0E-CE04-9A3D9F3B1ED8}"/>
              </a:ext>
            </a:extLst>
          </p:cNvPr>
          <p:cNvSpPr/>
          <p:nvPr/>
        </p:nvSpPr>
        <p:spPr>
          <a:xfrm>
            <a:off x="2297597" y="2584174"/>
            <a:ext cx="5305838" cy="11809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AC21BC-F81E-8205-3373-7050D6DAB13B}"/>
              </a:ext>
            </a:extLst>
          </p:cNvPr>
          <p:cNvSpPr txBox="1"/>
          <p:nvPr/>
        </p:nvSpPr>
        <p:spPr>
          <a:xfrm>
            <a:off x="2786269" y="2882056"/>
            <a:ext cx="394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パスワードが間違っています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E02B4C0-31DF-8577-EA8C-1B15546426F4}"/>
              </a:ext>
            </a:extLst>
          </p:cNvPr>
          <p:cNvSpPr/>
          <p:nvPr/>
        </p:nvSpPr>
        <p:spPr>
          <a:xfrm>
            <a:off x="4312758" y="3290302"/>
            <a:ext cx="970718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F89A45-BF00-1DF7-9A10-C29136D912E5}"/>
              </a:ext>
            </a:extLst>
          </p:cNvPr>
          <p:cNvSpPr txBox="1"/>
          <p:nvPr/>
        </p:nvSpPr>
        <p:spPr>
          <a:xfrm>
            <a:off x="9322904" y="283401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エラーダイアログが出る</a:t>
            </a:r>
          </a:p>
        </p:txBody>
      </p:sp>
    </p:spTree>
    <p:extLst>
      <p:ext uri="{BB962C8B-B14F-4D97-AF65-F5344CB8AC3E}">
        <p14:creationId xmlns:p14="http://schemas.microsoft.com/office/powerpoint/2010/main" val="3317353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7731-9563-1FED-2948-87861A258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CB6555-AE2A-89AE-6024-6CDFADAE63DF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1B2776-9FC1-66F5-8B50-5052730D2D08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新規登録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3933E4-F5EE-9011-98FC-EF492DC4BEB3}"/>
              </a:ext>
            </a:extLst>
          </p:cNvPr>
          <p:cNvSpPr txBox="1"/>
          <p:nvPr/>
        </p:nvSpPr>
        <p:spPr>
          <a:xfrm>
            <a:off x="1033670" y="131275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博物館名の入力画面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3A38E81-893C-4777-497B-1DC1215A3BC2}"/>
              </a:ext>
            </a:extLst>
          </p:cNvPr>
          <p:cNvSpPr/>
          <p:nvPr/>
        </p:nvSpPr>
        <p:spPr>
          <a:xfrm>
            <a:off x="1192697" y="1948860"/>
            <a:ext cx="2584173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B60EB9-A38A-72A0-3B14-148BC94BE8EA}"/>
              </a:ext>
            </a:extLst>
          </p:cNvPr>
          <p:cNvSpPr txBox="1"/>
          <p:nvPr/>
        </p:nvSpPr>
        <p:spPr>
          <a:xfrm>
            <a:off x="1033670" y="262472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博物館名を入力してください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9C3B6C1-A5D6-A09A-C37D-B92A841E0F95}"/>
              </a:ext>
            </a:extLst>
          </p:cNvPr>
          <p:cNvSpPr/>
          <p:nvPr/>
        </p:nvSpPr>
        <p:spPr>
          <a:xfrm>
            <a:off x="1451113" y="3262409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97D4601-4545-316B-7F59-02064ED0AF26}"/>
              </a:ext>
            </a:extLst>
          </p:cNvPr>
          <p:cNvSpPr/>
          <p:nvPr/>
        </p:nvSpPr>
        <p:spPr>
          <a:xfrm>
            <a:off x="2842591" y="3260825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3540DDF-96C3-D391-FE5B-8B8A0C31516D}"/>
              </a:ext>
            </a:extLst>
          </p:cNvPr>
          <p:cNvSpPr/>
          <p:nvPr/>
        </p:nvSpPr>
        <p:spPr>
          <a:xfrm>
            <a:off x="765313" y="1682088"/>
            <a:ext cx="3627783" cy="22446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16B54CE-1BE1-4952-7110-0B7380A209ED}"/>
              </a:ext>
            </a:extLst>
          </p:cNvPr>
          <p:cNvSpPr txBox="1"/>
          <p:nvPr/>
        </p:nvSpPr>
        <p:spPr>
          <a:xfrm>
            <a:off x="407504" y="4319343"/>
            <a:ext cx="347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中止の場合、全体表示に戻る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27121D-797D-7A93-EEEE-4B33514C51FD}"/>
              </a:ext>
            </a:extLst>
          </p:cNvPr>
          <p:cNvSpPr txBox="1"/>
          <p:nvPr/>
        </p:nvSpPr>
        <p:spPr>
          <a:xfrm>
            <a:off x="5963478" y="1128090"/>
            <a:ext cx="341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一人目の管理者の登録画面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75B226-09B3-2074-C2A6-06AB80A7391D}"/>
              </a:ext>
            </a:extLst>
          </p:cNvPr>
          <p:cNvSpPr/>
          <p:nvPr/>
        </p:nvSpPr>
        <p:spPr>
          <a:xfrm>
            <a:off x="6357732" y="180474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2E4E5E7-7B58-CD86-03B1-FA32F0656C46}"/>
              </a:ext>
            </a:extLst>
          </p:cNvPr>
          <p:cNvSpPr txBox="1"/>
          <p:nvPr/>
        </p:nvSpPr>
        <p:spPr>
          <a:xfrm>
            <a:off x="8299174" y="18047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氏名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3FB3147-0B71-D781-5502-0E7B12A4D668}"/>
              </a:ext>
            </a:extLst>
          </p:cNvPr>
          <p:cNvSpPr/>
          <p:nvPr/>
        </p:nvSpPr>
        <p:spPr>
          <a:xfrm>
            <a:off x="6357732" y="2296726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572E840-D789-D2B7-7A10-AE3987740CAF}"/>
              </a:ext>
            </a:extLst>
          </p:cNvPr>
          <p:cNvSpPr txBox="1"/>
          <p:nvPr/>
        </p:nvSpPr>
        <p:spPr>
          <a:xfrm>
            <a:off x="8299174" y="22553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メールアドレス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61C1A9E-4C30-6D33-5D2A-BFCAD5066C53}"/>
              </a:ext>
            </a:extLst>
          </p:cNvPr>
          <p:cNvSpPr/>
          <p:nvPr/>
        </p:nvSpPr>
        <p:spPr>
          <a:xfrm>
            <a:off x="6357732" y="2853318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6D729CD-E50A-42EB-C60E-E488F8EBEE03}"/>
              </a:ext>
            </a:extLst>
          </p:cNvPr>
          <p:cNvSpPr txBox="1"/>
          <p:nvPr/>
        </p:nvSpPr>
        <p:spPr>
          <a:xfrm>
            <a:off x="8299174" y="274737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ログインパスワード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A4FF85B-9821-3B7A-61E0-404BAAF1195D}"/>
              </a:ext>
            </a:extLst>
          </p:cNvPr>
          <p:cNvSpPr/>
          <p:nvPr/>
        </p:nvSpPr>
        <p:spPr>
          <a:xfrm>
            <a:off x="7586871" y="3581250"/>
            <a:ext cx="970718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52ABD40-4752-43B4-F8E3-0943EB83FEB5}"/>
              </a:ext>
            </a:extLst>
          </p:cNvPr>
          <p:cNvSpPr/>
          <p:nvPr/>
        </p:nvSpPr>
        <p:spPr>
          <a:xfrm>
            <a:off x="6346137" y="3581250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8CEA834-769C-B8BE-13CF-1DB6205F5F30}"/>
              </a:ext>
            </a:extLst>
          </p:cNvPr>
          <p:cNvSpPr/>
          <p:nvPr/>
        </p:nvSpPr>
        <p:spPr>
          <a:xfrm>
            <a:off x="5769661" y="1625045"/>
            <a:ext cx="4971226" cy="26942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D8540DA-58C0-B5DF-B955-0C76E101AFCB}"/>
              </a:ext>
            </a:extLst>
          </p:cNvPr>
          <p:cNvSpPr txBox="1"/>
          <p:nvPr/>
        </p:nvSpPr>
        <p:spPr>
          <a:xfrm>
            <a:off x="5456582" y="4722445"/>
            <a:ext cx="5844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管理者は複数登録可能。</a:t>
            </a:r>
            <a:endParaRPr kumimoji="1" lang="en-US" altLang="ja-JP" dirty="0"/>
          </a:p>
          <a:p>
            <a:r>
              <a:rPr kumimoji="1" lang="ja-JP" altLang="en-US" dirty="0"/>
              <a:t>必ず一人目の管理者が必要。</a:t>
            </a:r>
            <a:endParaRPr kumimoji="1" lang="en-US" altLang="ja-JP" dirty="0"/>
          </a:p>
          <a:p>
            <a:r>
              <a:rPr kumimoji="1" lang="ja-JP" altLang="en-US" dirty="0"/>
              <a:t>登録しないで中止ボタンを押すと、全体表示に戻る</a:t>
            </a:r>
            <a:endParaRPr kumimoji="1" lang="en-US" altLang="ja-JP" dirty="0"/>
          </a:p>
          <a:p>
            <a:r>
              <a:rPr kumimoji="1" lang="ja-JP" altLang="en-US" dirty="0"/>
              <a:t>これは博物館の新規登録ができていない状態。</a:t>
            </a:r>
            <a:endParaRPr kumimoji="1" lang="en-US" altLang="ja-JP" dirty="0"/>
          </a:p>
          <a:p>
            <a:r>
              <a:rPr lang="en-US" altLang="ja-JP" dirty="0"/>
              <a:t>OK</a:t>
            </a:r>
            <a:r>
              <a:rPr lang="ja-JP" altLang="en-US" dirty="0"/>
              <a:t>を押すと次の管理者入力が必要か確認画面になる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70888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1807-B308-83A8-3402-06A542E9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58ACEA4-5BA9-FABE-2CF4-CE4A16455C4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65F007-BDB8-3DB3-DD69-DCC269282256}"/>
              </a:ext>
            </a:extLst>
          </p:cNvPr>
          <p:cNvSpPr txBox="1"/>
          <p:nvPr/>
        </p:nvSpPr>
        <p:spPr>
          <a:xfrm>
            <a:off x="427374" y="198783"/>
            <a:ext cx="862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一人目の管理者の登録直後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D7E9E42-92A8-3341-B908-B58765A710A2}"/>
              </a:ext>
            </a:extLst>
          </p:cNvPr>
          <p:cNvSpPr txBox="1"/>
          <p:nvPr/>
        </p:nvSpPr>
        <p:spPr>
          <a:xfrm>
            <a:off x="5963478" y="1128090"/>
            <a:ext cx="341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次の管理者の登録画面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94197BF-B95B-0774-85C7-AFBFBFB06A8C}"/>
              </a:ext>
            </a:extLst>
          </p:cNvPr>
          <p:cNvSpPr/>
          <p:nvPr/>
        </p:nvSpPr>
        <p:spPr>
          <a:xfrm>
            <a:off x="6357732" y="180474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EF4AA67-BB75-D7A2-840C-F974522C2570}"/>
              </a:ext>
            </a:extLst>
          </p:cNvPr>
          <p:cNvSpPr txBox="1"/>
          <p:nvPr/>
        </p:nvSpPr>
        <p:spPr>
          <a:xfrm>
            <a:off x="8299174" y="18047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氏名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5CA73CC-2F53-AEE9-93F3-662F88E62C01}"/>
              </a:ext>
            </a:extLst>
          </p:cNvPr>
          <p:cNvSpPr/>
          <p:nvPr/>
        </p:nvSpPr>
        <p:spPr>
          <a:xfrm>
            <a:off x="6357732" y="2296726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2D5B472-8A6D-5BAA-9655-1C266967E28C}"/>
              </a:ext>
            </a:extLst>
          </p:cNvPr>
          <p:cNvSpPr txBox="1"/>
          <p:nvPr/>
        </p:nvSpPr>
        <p:spPr>
          <a:xfrm>
            <a:off x="8299174" y="22553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メールアドレス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3364DBD-8518-3B7B-0202-DD7A6731BCAB}"/>
              </a:ext>
            </a:extLst>
          </p:cNvPr>
          <p:cNvSpPr/>
          <p:nvPr/>
        </p:nvSpPr>
        <p:spPr>
          <a:xfrm>
            <a:off x="6357732" y="2853318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7DA651F-3A50-B385-D58D-317895283CFE}"/>
              </a:ext>
            </a:extLst>
          </p:cNvPr>
          <p:cNvSpPr txBox="1"/>
          <p:nvPr/>
        </p:nvSpPr>
        <p:spPr>
          <a:xfrm>
            <a:off x="8299174" y="274737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ログインパスワード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6B28515-334B-6016-F0BB-F912C0EA9482}"/>
              </a:ext>
            </a:extLst>
          </p:cNvPr>
          <p:cNvSpPr/>
          <p:nvPr/>
        </p:nvSpPr>
        <p:spPr>
          <a:xfrm>
            <a:off x="7586871" y="3581250"/>
            <a:ext cx="970718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3D43A71-F271-D02F-C690-58FCDBABBB78}"/>
              </a:ext>
            </a:extLst>
          </p:cNvPr>
          <p:cNvSpPr/>
          <p:nvPr/>
        </p:nvSpPr>
        <p:spPr>
          <a:xfrm>
            <a:off x="6346137" y="3581250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DED9CD8-066B-AB5F-9FE8-1571BA6C0EB7}"/>
              </a:ext>
            </a:extLst>
          </p:cNvPr>
          <p:cNvSpPr/>
          <p:nvPr/>
        </p:nvSpPr>
        <p:spPr>
          <a:xfrm>
            <a:off x="5769661" y="1625045"/>
            <a:ext cx="4971226" cy="26942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AE77920-9AA2-38F9-019D-0A7335406378}"/>
              </a:ext>
            </a:extLst>
          </p:cNvPr>
          <p:cNvSpPr txBox="1"/>
          <p:nvPr/>
        </p:nvSpPr>
        <p:spPr>
          <a:xfrm>
            <a:off x="5456582" y="4722445"/>
            <a:ext cx="58442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「中止」は次の管理者登録は行わず全体表示に戻る。</a:t>
            </a:r>
            <a:endParaRPr kumimoji="1" lang="en-US" altLang="ja-JP" dirty="0"/>
          </a:p>
          <a:p>
            <a:r>
              <a:rPr kumimoji="1" lang="ja-JP" altLang="en-US" dirty="0"/>
              <a:t>これは前の画面で「いいえ」を押したのと同等</a:t>
            </a:r>
            <a:br>
              <a:rPr kumimoji="1" lang="en-US" altLang="ja-JP" dirty="0"/>
            </a:br>
            <a:r>
              <a:rPr kumimoji="1" lang="ja-JP" altLang="en-US" dirty="0"/>
              <a:t>「</a:t>
            </a:r>
            <a:r>
              <a:rPr kumimoji="1" lang="en-US" altLang="ja-JP" dirty="0"/>
              <a:t>OK</a:t>
            </a:r>
            <a:r>
              <a:rPr kumimoji="1" lang="ja-JP" altLang="en-US" dirty="0"/>
              <a:t>」を押すと管理者登録、登録後次の管理者登録画面に移動、以降同じ</a:t>
            </a:r>
            <a:endParaRPr kumimoji="1"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9EFA82-34B7-B53C-7DA8-761D33F63050}"/>
              </a:ext>
            </a:extLst>
          </p:cNvPr>
          <p:cNvSpPr txBox="1"/>
          <p:nvPr/>
        </p:nvSpPr>
        <p:spPr>
          <a:xfrm>
            <a:off x="540677" y="1631595"/>
            <a:ext cx="324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次の管理者を登録しますか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043D028-65E2-3C53-61EB-04305A434EF6}"/>
              </a:ext>
            </a:extLst>
          </p:cNvPr>
          <p:cNvSpPr/>
          <p:nvPr/>
        </p:nvSpPr>
        <p:spPr>
          <a:xfrm>
            <a:off x="795782" y="2423629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いいえ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ACBC1EA-7AAD-DBD9-5A02-3C56CDB5DFD8}"/>
              </a:ext>
            </a:extLst>
          </p:cNvPr>
          <p:cNvSpPr/>
          <p:nvPr/>
        </p:nvSpPr>
        <p:spPr>
          <a:xfrm>
            <a:off x="2164068" y="2434365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はい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D683E7A-4C5F-0447-C35B-7269133122B0}"/>
              </a:ext>
            </a:extLst>
          </p:cNvPr>
          <p:cNvSpPr/>
          <p:nvPr/>
        </p:nvSpPr>
        <p:spPr>
          <a:xfrm>
            <a:off x="392587" y="1312756"/>
            <a:ext cx="3581692" cy="1909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D07998-90AF-29BF-D502-8ACD1D09ACD8}"/>
              </a:ext>
            </a:extLst>
          </p:cNvPr>
          <p:cNvSpPr txBox="1"/>
          <p:nvPr/>
        </p:nvSpPr>
        <p:spPr>
          <a:xfrm>
            <a:off x="213690" y="3429000"/>
            <a:ext cx="4785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「いいえ」で新規登録終了し全体表示に戻る</a:t>
            </a:r>
            <a:br>
              <a:rPr kumimoji="1" lang="en-US" altLang="ja-JP" dirty="0"/>
            </a:br>
            <a:r>
              <a:rPr kumimoji="1" lang="ja-JP" altLang="en-US" dirty="0"/>
              <a:t>「はい」で次の管理者登録画面に</a:t>
            </a:r>
            <a:br>
              <a:rPr kumimoji="1" lang="en-US" altLang="ja-JP" dirty="0"/>
            </a:b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68392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3EA1-C9A4-8DF7-A77C-BEB98845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0757D82-015E-A547-C21C-3A2CA93C2161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DEE12F-082C-FB9B-05F0-F54A33D690AF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3236D055-A80B-940F-0E0A-701FB83E9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81855"/>
              </p:ext>
            </p:extLst>
          </p:nvPr>
        </p:nvGraphicFramePr>
        <p:xfrm>
          <a:off x="407503" y="1164461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559701597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r>
                        <a:rPr kumimoji="1" lang="ja-JP" altLang="en-US" sz="1800" dirty="0"/>
                        <a:t>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CD40E0-DB13-BF4D-F2AE-F0AFDB960370}"/>
              </a:ext>
            </a:extLst>
          </p:cNvPr>
          <p:cNvSpPr/>
          <p:nvPr/>
        </p:nvSpPr>
        <p:spPr>
          <a:xfrm>
            <a:off x="462168" y="387626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新規登録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C2E8D31-0417-65A5-0263-6F2F5870DF12}"/>
              </a:ext>
            </a:extLst>
          </p:cNvPr>
          <p:cNvSpPr/>
          <p:nvPr/>
        </p:nvSpPr>
        <p:spPr>
          <a:xfrm>
            <a:off x="1697933" y="387626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60949C5-67ED-63D6-318F-D2CC7B2EACA9}"/>
              </a:ext>
            </a:extLst>
          </p:cNvPr>
          <p:cNvSpPr/>
          <p:nvPr/>
        </p:nvSpPr>
        <p:spPr>
          <a:xfrm>
            <a:off x="3033090" y="387626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E9DFA8A6-7B6A-BB7E-3732-823CC7E1C570}"/>
              </a:ext>
            </a:extLst>
          </p:cNvPr>
          <p:cNvSpPr/>
          <p:nvPr/>
        </p:nvSpPr>
        <p:spPr>
          <a:xfrm>
            <a:off x="1620904" y="3563178"/>
            <a:ext cx="1202635" cy="10237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C3F92AF-00A5-8C0F-F13B-5D12E3A51CBA}"/>
              </a:ext>
            </a:extLst>
          </p:cNvPr>
          <p:cNvSpPr txBox="1"/>
          <p:nvPr/>
        </p:nvSpPr>
        <p:spPr>
          <a:xfrm>
            <a:off x="1341783" y="4765665"/>
            <a:ext cx="23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削除ボタンを押す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F164D9C1-20F6-069A-1C74-3CB2DD189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95940"/>
              </p:ext>
            </p:extLst>
          </p:nvPr>
        </p:nvGraphicFramePr>
        <p:xfrm>
          <a:off x="5360502" y="1505705"/>
          <a:ext cx="4837047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587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998587">
                  <a:extLst>
                    <a:ext uri="{9D8B030D-6E8A-4147-A177-3AD203B41FA5}">
                      <a16:colId xmlns:a16="http://schemas.microsoft.com/office/drawing/2014/main" val="474624328"/>
                    </a:ext>
                  </a:extLst>
                </a:gridCol>
                <a:gridCol w="839873">
                  <a:extLst>
                    <a:ext uri="{9D8B030D-6E8A-4147-A177-3AD203B41FA5}">
                      <a16:colId xmlns:a16="http://schemas.microsoft.com/office/drawing/2014/main" val="2211274183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削除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r>
                        <a:rPr kumimoji="1" lang="ja-JP" altLang="en-US" sz="1800" dirty="0"/>
                        <a:t>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E757489-3041-AFD4-76D3-643983FB17CB}"/>
              </a:ext>
            </a:extLst>
          </p:cNvPr>
          <p:cNvSpPr txBox="1"/>
          <p:nvPr/>
        </p:nvSpPr>
        <p:spPr>
          <a:xfrm>
            <a:off x="5466522" y="1003852"/>
            <a:ext cx="3955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削除する博物館を選択してください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EB1495A-096D-27F0-2A82-911B2050DE11}"/>
              </a:ext>
            </a:extLst>
          </p:cNvPr>
          <p:cNvSpPr/>
          <p:nvPr/>
        </p:nvSpPr>
        <p:spPr>
          <a:xfrm>
            <a:off x="6891132" y="3974067"/>
            <a:ext cx="1424612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削除実行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9E8BDF2-E7A9-ADCF-3DDD-4983E04B602D}"/>
              </a:ext>
            </a:extLst>
          </p:cNvPr>
          <p:cNvSpPr/>
          <p:nvPr/>
        </p:nvSpPr>
        <p:spPr>
          <a:xfrm>
            <a:off x="5362162" y="3974067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E22A448-612E-EB14-A5E9-5E1522C34262}"/>
              </a:ext>
            </a:extLst>
          </p:cNvPr>
          <p:cNvSpPr txBox="1"/>
          <p:nvPr/>
        </p:nvSpPr>
        <p:spPr>
          <a:xfrm>
            <a:off x="5178287" y="5059017"/>
            <a:ext cx="6679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削除選択は複数可能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「中止ボタン」で何もせずにトップ画面に戻る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「削除実行」ボタンで対象を消去後トップ画面に戻る</a:t>
            </a:r>
          </a:p>
        </p:txBody>
      </p:sp>
    </p:spTree>
    <p:extLst>
      <p:ext uri="{BB962C8B-B14F-4D97-AF65-F5344CB8AC3E}">
        <p14:creationId xmlns:p14="http://schemas.microsoft.com/office/powerpoint/2010/main" val="2222906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857E-9E97-74E9-3984-BBB42482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6D6F97C-4765-D9F8-F862-CDC0FB99EE56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60436B-33B4-56A8-542E-3281787A937A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09DA6A1-B6B0-E214-1157-B94AFD123EA6}"/>
              </a:ext>
            </a:extLst>
          </p:cNvPr>
          <p:cNvGraphicFramePr>
            <a:graphicFrameLocks noGrp="1"/>
          </p:cNvGraphicFramePr>
          <p:nvPr/>
        </p:nvGraphicFramePr>
        <p:xfrm>
          <a:off x="407503" y="1164461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559701597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r>
                        <a:rPr kumimoji="1" lang="ja-JP" altLang="en-US" sz="1800" dirty="0"/>
                        <a:t>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22C6F1E-A12A-3EA8-130E-3DB62793B645}"/>
              </a:ext>
            </a:extLst>
          </p:cNvPr>
          <p:cNvSpPr/>
          <p:nvPr/>
        </p:nvSpPr>
        <p:spPr>
          <a:xfrm>
            <a:off x="462168" y="387626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新規登録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A8CAD32-B42B-D380-F050-B46E812D08AA}"/>
              </a:ext>
            </a:extLst>
          </p:cNvPr>
          <p:cNvSpPr/>
          <p:nvPr/>
        </p:nvSpPr>
        <p:spPr>
          <a:xfrm>
            <a:off x="1697933" y="387626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523DB27-5C41-C6F4-E687-8C340BFBDDC4}"/>
              </a:ext>
            </a:extLst>
          </p:cNvPr>
          <p:cNvSpPr/>
          <p:nvPr/>
        </p:nvSpPr>
        <p:spPr>
          <a:xfrm>
            <a:off x="3033090" y="387626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A4E580D-E09A-9F29-9C19-45CCE41E2B80}"/>
              </a:ext>
            </a:extLst>
          </p:cNvPr>
          <p:cNvSpPr/>
          <p:nvPr/>
        </p:nvSpPr>
        <p:spPr>
          <a:xfrm>
            <a:off x="2956061" y="3563178"/>
            <a:ext cx="1202635" cy="10237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2383DF-F1C5-2936-C437-267709A24581}"/>
              </a:ext>
            </a:extLst>
          </p:cNvPr>
          <p:cNvSpPr txBox="1"/>
          <p:nvPr/>
        </p:nvSpPr>
        <p:spPr>
          <a:xfrm>
            <a:off x="1341783" y="4765665"/>
            <a:ext cx="23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修正ボタンを押す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622D151F-D233-F63E-CCD1-A769D1408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076815"/>
              </p:ext>
            </p:extLst>
          </p:nvPr>
        </p:nvGraphicFramePr>
        <p:xfrm>
          <a:off x="5360502" y="1505705"/>
          <a:ext cx="4837047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587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998587">
                  <a:extLst>
                    <a:ext uri="{9D8B030D-6E8A-4147-A177-3AD203B41FA5}">
                      <a16:colId xmlns:a16="http://schemas.microsoft.com/office/drawing/2014/main" val="474624328"/>
                    </a:ext>
                  </a:extLst>
                </a:gridCol>
                <a:gridCol w="839873">
                  <a:extLst>
                    <a:ext uri="{9D8B030D-6E8A-4147-A177-3AD203B41FA5}">
                      <a16:colId xmlns:a16="http://schemas.microsoft.com/office/drawing/2014/main" val="2211274183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博物館コード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修正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r>
                        <a:rPr kumimoji="1" lang="ja-JP" altLang="en-US" sz="1800" dirty="0"/>
                        <a:t>博物館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2A9C6D-1872-8C52-8002-FE7ED12E0D3E}"/>
              </a:ext>
            </a:extLst>
          </p:cNvPr>
          <p:cNvSpPr txBox="1"/>
          <p:nvPr/>
        </p:nvSpPr>
        <p:spPr>
          <a:xfrm>
            <a:off x="5466522" y="1003852"/>
            <a:ext cx="3955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修正する博物館を選択してください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F1E6363-1B06-998E-FD0B-D844919488CF}"/>
              </a:ext>
            </a:extLst>
          </p:cNvPr>
          <p:cNvSpPr/>
          <p:nvPr/>
        </p:nvSpPr>
        <p:spPr>
          <a:xfrm>
            <a:off x="6891132" y="3974067"/>
            <a:ext cx="1424612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3FD4D2D-5A2D-8B53-A711-9FFAE03BA0DE}"/>
              </a:ext>
            </a:extLst>
          </p:cNvPr>
          <p:cNvSpPr/>
          <p:nvPr/>
        </p:nvSpPr>
        <p:spPr>
          <a:xfrm>
            <a:off x="5362162" y="3974067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8F95790-65CE-FF10-AB11-4DD7C0536A84}"/>
              </a:ext>
            </a:extLst>
          </p:cNvPr>
          <p:cNvSpPr txBox="1"/>
          <p:nvPr/>
        </p:nvSpPr>
        <p:spPr>
          <a:xfrm>
            <a:off x="5178287" y="4930818"/>
            <a:ext cx="6679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修正選択は一つのみ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「中止ボタン」で何もせずにトップ画面に戻る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「修正」ボタンで対象博物館の管理者画面に</a:t>
            </a:r>
          </a:p>
        </p:txBody>
      </p:sp>
    </p:spTree>
    <p:extLst>
      <p:ext uri="{BB962C8B-B14F-4D97-AF65-F5344CB8AC3E}">
        <p14:creationId xmlns:p14="http://schemas.microsoft.com/office/powerpoint/2010/main" val="1339073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E90B4-2E33-316A-3882-7CDE02D7A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9257D5A-7296-2AD0-0D14-321509081497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BB6716-95FF-7928-C039-3EF4F73F58A0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対象博物館の管理者修正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276F800F-2C0C-403E-DD9D-E94F2AEF6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396788"/>
              </p:ext>
            </p:extLst>
          </p:nvPr>
        </p:nvGraphicFramePr>
        <p:xfrm>
          <a:off x="556589" y="1502392"/>
          <a:ext cx="500932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662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2504662">
                  <a:extLst>
                    <a:ext uri="{9D8B030D-6E8A-4147-A177-3AD203B41FA5}">
                      <a16:colId xmlns:a16="http://schemas.microsoft.com/office/drawing/2014/main" val="559701597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管理者氏名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管理者メールアドレス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abc@def.ghi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E185069-6880-16BF-4AC4-09ED5954BFF9}"/>
              </a:ext>
            </a:extLst>
          </p:cNvPr>
          <p:cNvSpPr txBox="1"/>
          <p:nvPr/>
        </p:nvSpPr>
        <p:spPr>
          <a:xfrm>
            <a:off x="566530" y="1073426"/>
            <a:ext cx="3031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○○博物館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06989CD-BBF7-7678-419F-123903CC2A49}"/>
              </a:ext>
            </a:extLst>
          </p:cNvPr>
          <p:cNvSpPr/>
          <p:nvPr/>
        </p:nvSpPr>
        <p:spPr>
          <a:xfrm>
            <a:off x="566530" y="4100037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53D377D-F0CF-6F4A-83DF-EC0FF0BFEB6C}"/>
              </a:ext>
            </a:extLst>
          </p:cNvPr>
          <p:cNvSpPr/>
          <p:nvPr/>
        </p:nvSpPr>
        <p:spPr>
          <a:xfrm>
            <a:off x="2579204" y="4100037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42BB73F-7832-DD5B-8DD8-01703740984E}"/>
              </a:ext>
            </a:extLst>
          </p:cNvPr>
          <p:cNvSpPr/>
          <p:nvPr/>
        </p:nvSpPr>
        <p:spPr>
          <a:xfrm>
            <a:off x="3677479" y="4100037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D837406-AB16-64C0-E6B9-0700CCF22FAB}"/>
              </a:ext>
            </a:extLst>
          </p:cNvPr>
          <p:cNvSpPr txBox="1"/>
          <p:nvPr/>
        </p:nvSpPr>
        <p:spPr>
          <a:xfrm>
            <a:off x="5983358" y="1258092"/>
            <a:ext cx="60628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対象博物館の管理者全員が表示される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博物館全体表示に戻る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新規登録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新たに管理者を登録する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削除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登録済みの管理者を削除する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修正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登録済みの管理者の修正を行う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221D460-E6A5-6687-9296-FC43492946B2}"/>
              </a:ext>
            </a:extLst>
          </p:cNvPr>
          <p:cNvSpPr/>
          <p:nvPr/>
        </p:nvSpPr>
        <p:spPr>
          <a:xfrm>
            <a:off x="1572867" y="4100037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新規登録</a:t>
            </a:r>
          </a:p>
        </p:txBody>
      </p:sp>
    </p:spTree>
    <p:extLst>
      <p:ext uri="{BB962C8B-B14F-4D97-AF65-F5344CB8AC3E}">
        <p14:creationId xmlns:p14="http://schemas.microsoft.com/office/powerpoint/2010/main" val="2291347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6EE0-83ED-1CEE-7D12-CA2E0C45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87F916B-07BB-E167-FF98-7FCAFFA2EAA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EF8256-2BD2-9FB6-6106-998EB0695F92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管理者登録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4CF791B-DA53-5648-AAD6-40DF21DDB29B}"/>
              </a:ext>
            </a:extLst>
          </p:cNvPr>
          <p:cNvSpPr/>
          <p:nvPr/>
        </p:nvSpPr>
        <p:spPr>
          <a:xfrm>
            <a:off x="1038960" y="1230885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0B64FE9-E7CA-5E7B-60DB-9F01935FD4D6}"/>
              </a:ext>
            </a:extLst>
          </p:cNvPr>
          <p:cNvSpPr txBox="1"/>
          <p:nvPr/>
        </p:nvSpPr>
        <p:spPr>
          <a:xfrm>
            <a:off x="2980402" y="123088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氏名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51E8526-E37A-851A-70DD-B63AFE65D752}"/>
              </a:ext>
            </a:extLst>
          </p:cNvPr>
          <p:cNvSpPr/>
          <p:nvPr/>
        </p:nvSpPr>
        <p:spPr>
          <a:xfrm>
            <a:off x="1038960" y="1722870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F63A1F0-75AC-6EFC-394E-9DD7F538E7BF}"/>
              </a:ext>
            </a:extLst>
          </p:cNvPr>
          <p:cNvSpPr txBox="1"/>
          <p:nvPr/>
        </p:nvSpPr>
        <p:spPr>
          <a:xfrm>
            <a:off x="2980402" y="168153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メールアドレス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F9300BB-0B58-CDD1-11E3-2781B78C969C}"/>
              </a:ext>
            </a:extLst>
          </p:cNvPr>
          <p:cNvSpPr/>
          <p:nvPr/>
        </p:nvSpPr>
        <p:spPr>
          <a:xfrm>
            <a:off x="1038960" y="2279462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3E6520D-0BF3-C2C3-632E-FAFCB22CA759}"/>
              </a:ext>
            </a:extLst>
          </p:cNvPr>
          <p:cNvSpPr txBox="1"/>
          <p:nvPr/>
        </p:nvSpPr>
        <p:spPr>
          <a:xfrm>
            <a:off x="2980402" y="217351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ログインパスワード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B422202-F898-7F51-18E7-B96674B39ABB}"/>
              </a:ext>
            </a:extLst>
          </p:cNvPr>
          <p:cNvSpPr/>
          <p:nvPr/>
        </p:nvSpPr>
        <p:spPr>
          <a:xfrm>
            <a:off x="2268099" y="3007394"/>
            <a:ext cx="970718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0A2B7A8-8906-DAA3-6324-5FDA67B31C62}"/>
              </a:ext>
            </a:extLst>
          </p:cNvPr>
          <p:cNvSpPr/>
          <p:nvPr/>
        </p:nvSpPr>
        <p:spPr>
          <a:xfrm>
            <a:off x="1027365" y="3007394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C68C044-0767-FB4D-8E6D-9A22BF5E3740}"/>
              </a:ext>
            </a:extLst>
          </p:cNvPr>
          <p:cNvSpPr/>
          <p:nvPr/>
        </p:nvSpPr>
        <p:spPr>
          <a:xfrm>
            <a:off x="450889" y="1051189"/>
            <a:ext cx="4971226" cy="26942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7BCE90F-DF59-FBEA-1592-B2CDA4B7B212}"/>
              </a:ext>
            </a:extLst>
          </p:cNvPr>
          <p:cNvSpPr txBox="1"/>
          <p:nvPr/>
        </p:nvSpPr>
        <p:spPr>
          <a:xfrm>
            <a:off x="228600" y="4060510"/>
            <a:ext cx="5685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管理者は複数登録可能。</a:t>
            </a:r>
            <a:endParaRPr kumimoji="1" lang="en-US" altLang="ja-JP" dirty="0"/>
          </a:p>
          <a:p>
            <a:r>
              <a:rPr kumimoji="1" lang="ja-JP" altLang="en-US" dirty="0"/>
              <a:t>登録しないで中止ボタンを押すと、</a:t>
            </a:r>
            <a:endParaRPr kumimoji="1" lang="en-US" altLang="ja-JP" dirty="0"/>
          </a:p>
          <a:p>
            <a:r>
              <a:rPr kumimoji="1" lang="ja-JP" altLang="en-US" dirty="0"/>
              <a:t>一つ前の</a:t>
            </a:r>
            <a:r>
              <a:rPr lang="ja-JP" altLang="en-US" dirty="0"/>
              <a:t>対象博物館の管理者修正画面に戻る</a:t>
            </a:r>
          </a:p>
          <a:p>
            <a:r>
              <a:rPr lang="en-US" altLang="ja-JP" dirty="0"/>
              <a:t>OK</a:t>
            </a:r>
            <a:r>
              <a:rPr lang="ja-JP" altLang="en-US" dirty="0"/>
              <a:t>を押すと次の管理者入力が必要か確認画面になる</a:t>
            </a:r>
            <a:endParaRPr kumimoji="1"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A0AEA7-D726-F527-AFEF-161CE790D428}"/>
              </a:ext>
            </a:extLst>
          </p:cNvPr>
          <p:cNvSpPr txBox="1"/>
          <p:nvPr/>
        </p:nvSpPr>
        <p:spPr>
          <a:xfrm>
            <a:off x="7170077" y="1595566"/>
            <a:ext cx="324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次の管理者を登録しますか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F2022DA-1FDA-CDF4-D2C7-BE481B30626D}"/>
              </a:ext>
            </a:extLst>
          </p:cNvPr>
          <p:cNvSpPr/>
          <p:nvPr/>
        </p:nvSpPr>
        <p:spPr>
          <a:xfrm>
            <a:off x="7425182" y="2387600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いいえ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54A8F97-38D0-AEC0-D88F-B21CEBE159E3}"/>
              </a:ext>
            </a:extLst>
          </p:cNvPr>
          <p:cNvSpPr/>
          <p:nvPr/>
        </p:nvSpPr>
        <p:spPr>
          <a:xfrm>
            <a:off x="8793468" y="2398336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はい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3D39C85-E735-60B6-C4AA-AC3DDDF68E96}"/>
              </a:ext>
            </a:extLst>
          </p:cNvPr>
          <p:cNvSpPr/>
          <p:nvPr/>
        </p:nvSpPr>
        <p:spPr>
          <a:xfrm>
            <a:off x="7021987" y="1276727"/>
            <a:ext cx="3581692" cy="1909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16773B-9E53-90E1-8EFA-D1C6599523AC}"/>
              </a:ext>
            </a:extLst>
          </p:cNvPr>
          <p:cNvSpPr txBox="1"/>
          <p:nvPr/>
        </p:nvSpPr>
        <p:spPr>
          <a:xfrm>
            <a:off x="6843090" y="3392971"/>
            <a:ext cx="4785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「いいえ」で</a:t>
            </a:r>
            <a:r>
              <a:rPr lang="ja-JP" altLang="en-US" dirty="0"/>
              <a:t>対象博物館の</a:t>
            </a:r>
            <a:endParaRPr lang="en-US" altLang="ja-JP" dirty="0"/>
          </a:p>
          <a:p>
            <a:r>
              <a:rPr lang="ja-JP" altLang="en-US" dirty="0"/>
              <a:t>管理者修正画面に戻る</a:t>
            </a:r>
            <a:br>
              <a:rPr kumimoji="1" lang="en-US" altLang="ja-JP" dirty="0"/>
            </a:br>
            <a:r>
              <a:rPr kumimoji="1" lang="ja-JP" altLang="en-US" dirty="0"/>
              <a:t>「はい」で次の管理者登録画面に</a:t>
            </a:r>
            <a:br>
              <a:rPr kumimoji="1" lang="en-US" altLang="ja-JP" dirty="0"/>
            </a:b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0558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667C-1CCF-6E6E-5AAC-5B26E19D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F2A456F-1F46-7608-0425-E437362B92D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9550EA-019B-4156-9E2C-229321A86DAE}"/>
              </a:ext>
            </a:extLst>
          </p:cNvPr>
          <p:cNvSpPr txBox="1"/>
          <p:nvPr/>
        </p:nvSpPr>
        <p:spPr>
          <a:xfrm>
            <a:off x="407504" y="198783"/>
            <a:ext cx="379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博物館の管理者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14E043-5926-1EA6-5780-8B884478C4AA}"/>
              </a:ext>
            </a:extLst>
          </p:cNvPr>
          <p:cNvSpPr txBox="1"/>
          <p:nvPr/>
        </p:nvSpPr>
        <p:spPr>
          <a:xfrm>
            <a:off x="914399" y="117857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ログイン画面</a:t>
            </a:r>
            <a:endParaRPr kumimoji="1" lang="en-US" altLang="ja-JP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6487D2-8C6A-1525-5E71-DF6A0006E42F}"/>
              </a:ext>
            </a:extLst>
          </p:cNvPr>
          <p:cNvSpPr/>
          <p:nvPr/>
        </p:nvSpPr>
        <p:spPr>
          <a:xfrm>
            <a:off x="1212575" y="2378832"/>
            <a:ext cx="2584173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89DBFFD-10C8-4C0A-4BBE-C0F577B0DE00}"/>
              </a:ext>
            </a:extLst>
          </p:cNvPr>
          <p:cNvSpPr/>
          <p:nvPr/>
        </p:nvSpPr>
        <p:spPr>
          <a:xfrm>
            <a:off x="1309481" y="4458664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OK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F9CE643-C8B3-FBD1-8BD7-77048D4783D2}"/>
              </a:ext>
            </a:extLst>
          </p:cNvPr>
          <p:cNvSpPr/>
          <p:nvPr/>
        </p:nvSpPr>
        <p:spPr>
          <a:xfrm>
            <a:off x="765313" y="1682088"/>
            <a:ext cx="3627783" cy="38142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3EEC8B-BE8D-C722-E29A-EF0A3210075F}"/>
              </a:ext>
            </a:extLst>
          </p:cNvPr>
          <p:cNvSpPr txBox="1"/>
          <p:nvPr/>
        </p:nvSpPr>
        <p:spPr>
          <a:xfrm>
            <a:off x="1113182" y="193812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博物館コード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53AC74F-7811-203D-03D2-CAD44781547F}"/>
              </a:ext>
            </a:extLst>
          </p:cNvPr>
          <p:cNvSpPr txBox="1"/>
          <p:nvPr/>
        </p:nvSpPr>
        <p:spPr>
          <a:xfrm>
            <a:off x="1113182" y="292029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ログインパスワード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C40DA27-8791-6656-86B2-305608DC9A5F}"/>
              </a:ext>
            </a:extLst>
          </p:cNvPr>
          <p:cNvSpPr/>
          <p:nvPr/>
        </p:nvSpPr>
        <p:spPr>
          <a:xfrm>
            <a:off x="1212575" y="3376483"/>
            <a:ext cx="2584173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73A256D-3F25-73A8-B148-A41DDC8BF833}"/>
              </a:ext>
            </a:extLst>
          </p:cNvPr>
          <p:cNvSpPr txBox="1"/>
          <p:nvPr/>
        </p:nvSpPr>
        <p:spPr>
          <a:xfrm>
            <a:off x="5436704" y="1682088"/>
            <a:ext cx="5426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正しいコードとパスワードが入力されたら</a:t>
            </a:r>
            <a:endParaRPr kumimoji="1" lang="en-US" altLang="ja-JP" dirty="0"/>
          </a:p>
          <a:p>
            <a:r>
              <a:rPr kumimoji="1" lang="ja-JP" altLang="en-US" dirty="0"/>
              <a:t>対象博物館の入力ページに移動</a:t>
            </a:r>
          </a:p>
        </p:txBody>
      </p:sp>
    </p:spTree>
    <p:extLst>
      <p:ext uri="{BB962C8B-B14F-4D97-AF65-F5344CB8AC3E}">
        <p14:creationId xmlns:p14="http://schemas.microsoft.com/office/powerpoint/2010/main" val="943544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B5EC-0721-2E2D-B035-E2C9ED9A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E01380F-7846-402D-B64F-7F565C2E454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EA71C3-6DDB-C0BE-2569-E73C055242D5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博物館ページ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763DA36-811F-4CD2-C948-02536F2E8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99346"/>
              </p:ext>
            </p:extLst>
          </p:nvPr>
        </p:nvGraphicFramePr>
        <p:xfrm>
          <a:off x="407503" y="1820444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DC6C24-CED7-C964-440B-40DF3BF093AF}"/>
              </a:ext>
            </a:extLst>
          </p:cNvPr>
          <p:cNvSpPr/>
          <p:nvPr/>
        </p:nvSpPr>
        <p:spPr>
          <a:xfrm>
            <a:off x="516833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新規登録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B7B484-8DE6-0182-F356-DE4D1967C60D}"/>
              </a:ext>
            </a:extLst>
          </p:cNvPr>
          <p:cNvSpPr/>
          <p:nvPr/>
        </p:nvSpPr>
        <p:spPr>
          <a:xfrm>
            <a:off x="1752598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2A0D8DA-4AB1-821D-2A68-E376F3C6ADE9}"/>
              </a:ext>
            </a:extLst>
          </p:cNvPr>
          <p:cNvSpPr/>
          <p:nvPr/>
        </p:nvSpPr>
        <p:spPr>
          <a:xfrm>
            <a:off x="3087755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77E928-353F-2B86-8C05-57076C998E99}"/>
              </a:ext>
            </a:extLst>
          </p:cNvPr>
          <p:cNvSpPr txBox="1"/>
          <p:nvPr/>
        </p:nvSpPr>
        <p:spPr>
          <a:xfrm>
            <a:off x="462168" y="1182757"/>
            <a:ext cx="36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○○博物館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7BF4CB-4CDC-D7BA-EF9E-BBCC73E1D4E4}"/>
              </a:ext>
            </a:extLst>
          </p:cNvPr>
          <p:cNvSpPr txBox="1"/>
          <p:nvPr/>
        </p:nvSpPr>
        <p:spPr>
          <a:xfrm>
            <a:off x="5675244" y="1397240"/>
            <a:ext cx="6182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博物館トップページ登録済みの展示物の一覧が表示される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新規登録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新たに展示物を登録する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削除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登録済みの展示物を削除する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閲覧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登録済みの展示物の管理者の修正を行う</a:t>
            </a:r>
          </a:p>
        </p:txBody>
      </p:sp>
    </p:spTree>
    <p:extLst>
      <p:ext uri="{BB962C8B-B14F-4D97-AF65-F5344CB8AC3E}">
        <p14:creationId xmlns:p14="http://schemas.microsoft.com/office/powerpoint/2010/main" val="1087380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C8B0-9CCF-9E6F-0341-00547DD9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854C811-106C-0A20-B0CB-A11543ECF34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6DA38F-2EC9-ED0A-A297-A69E92B8D0BB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新規登録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F3FD7F-CB32-3F74-741A-3EE3BA724AC4}"/>
              </a:ext>
            </a:extLst>
          </p:cNvPr>
          <p:cNvSpPr/>
          <p:nvPr/>
        </p:nvSpPr>
        <p:spPr>
          <a:xfrm>
            <a:off x="1016277" y="177476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05E73D-052A-02E1-2183-3D05DD3AF077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展示物名入力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959DF22-2333-0BAB-06C6-28076FD2FB99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497ED26-72AD-36FD-AF43-C76C325BBF78}"/>
              </a:ext>
            </a:extLst>
          </p:cNvPr>
          <p:cNvSpPr txBox="1"/>
          <p:nvPr/>
        </p:nvSpPr>
        <p:spPr>
          <a:xfrm>
            <a:off x="2935468" y="1774761"/>
            <a:ext cx="164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日本語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56F3637-9E5C-57E4-A9C1-37D87C11475E}"/>
              </a:ext>
            </a:extLst>
          </p:cNvPr>
          <p:cNvSpPr/>
          <p:nvPr/>
        </p:nvSpPr>
        <p:spPr>
          <a:xfrm>
            <a:off x="1016277" y="2380462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E4C01FB-4320-DCEC-2E69-E8B913690436}"/>
              </a:ext>
            </a:extLst>
          </p:cNvPr>
          <p:cNvSpPr txBox="1"/>
          <p:nvPr/>
        </p:nvSpPr>
        <p:spPr>
          <a:xfrm>
            <a:off x="2935468" y="2380462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英語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D9DF0AE-2AAD-A517-FE82-D03D99D4AD1A}"/>
              </a:ext>
            </a:extLst>
          </p:cNvPr>
          <p:cNvSpPr/>
          <p:nvPr/>
        </p:nvSpPr>
        <p:spPr>
          <a:xfrm>
            <a:off x="1016277" y="2986163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9D4EE99-CA7B-F3B3-D97A-66FDAC8A8672}"/>
              </a:ext>
            </a:extLst>
          </p:cNvPr>
          <p:cNvSpPr txBox="1"/>
          <p:nvPr/>
        </p:nvSpPr>
        <p:spPr>
          <a:xfrm>
            <a:off x="2935468" y="2986163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中国語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E6F08A4-12A2-0D22-769E-41DAB73FB027}"/>
              </a:ext>
            </a:extLst>
          </p:cNvPr>
          <p:cNvSpPr txBox="1"/>
          <p:nvPr/>
        </p:nvSpPr>
        <p:spPr>
          <a:xfrm>
            <a:off x="974588" y="3570407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72F9FAD-67F1-BE1C-3E80-D16064DB9E44}"/>
              </a:ext>
            </a:extLst>
          </p:cNvPr>
          <p:cNvSpPr/>
          <p:nvPr/>
        </p:nvSpPr>
        <p:spPr>
          <a:xfrm>
            <a:off x="711201" y="1079037"/>
            <a:ext cx="4338320" cy="38142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1096D17-6941-2720-2A5A-31AE1E16E63E}"/>
              </a:ext>
            </a:extLst>
          </p:cNvPr>
          <p:cNvSpPr/>
          <p:nvPr/>
        </p:nvSpPr>
        <p:spPr>
          <a:xfrm>
            <a:off x="1016277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71257F1-3A53-D233-AC0B-F6399F55A0C0}"/>
              </a:ext>
            </a:extLst>
          </p:cNvPr>
          <p:cNvSpPr/>
          <p:nvPr/>
        </p:nvSpPr>
        <p:spPr>
          <a:xfrm>
            <a:off x="2156239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427EF97-93DF-C335-D918-94A5FC5D6215}"/>
              </a:ext>
            </a:extLst>
          </p:cNvPr>
          <p:cNvSpPr txBox="1"/>
          <p:nvPr/>
        </p:nvSpPr>
        <p:spPr>
          <a:xfrm>
            <a:off x="5675244" y="1397240"/>
            <a:ext cx="6182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画像選択ページ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5503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B57B-A83B-6FE9-85D0-118E96EA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69C66A3-D42F-DC3D-F0EA-88DEFBE324F2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AAF2F7-4F62-2CC3-459B-C7374129ACA2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画像選択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881359-0531-32C6-B3AA-E59429611D72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展示物画像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2044197-8805-B179-E226-3AEE652B2C56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E7B9F20-D31F-36F1-8124-C040F776DE5E}"/>
              </a:ext>
            </a:extLst>
          </p:cNvPr>
          <p:cNvSpPr txBox="1"/>
          <p:nvPr/>
        </p:nvSpPr>
        <p:spPr>
          <a:xfrm>
            <a:off x="955814" y="4081469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AD5405E-91AE-A128-1E55-99BE8588FFF0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E05DCFB-D9D7-FEC2-2538-F47396526976}"/>
              </a:ext>
            </a:extLst>
          </p:cNvPr>
          <p:cNvSpPr/>
          <p:nvPr/>
        </p:nvSpPr>
        <p:spPr>
          <a:xfrm>
            <a:off x="1105454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D2D8610-B8BA-4C89-5E74-BA8B98BD9A23}"/>
              </a:ext>
            </a:extLst>
          </p:cNvPr>
          <p:cNvSpPr/>
          <p:nvPr/>
        </p:nvSpPr>
        <p:spPr>
          <a:xfrm>
            <a:off x="2245416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AB5170A-E280-79F9-2555-588E1A3D5BB7}"/>
              </a:ext>
            </a:extLst>
          </p:cNvPr>
          <p:cNvSpPr txBox="1"/>
          <p:nvPr/>
        </p:nvSpPr>
        <p:spPr>
          <a:xfrm>
            <a:off x="5675244" y="1397240"/>
            <a:ext cx="6182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博物館トップページ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選択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ファイル名入力欄に入力されたファイルを確定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確定したファイル画像が表示される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説明文入力欄に移動</a:t>
            </a:r>
            <a:endParaRPr kumimoji="1" lang="en-US" altLang="ja-JP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B7AB63-01C3-6642-9F55-636B9ED39917}"/>
              </a:ext>
            </a:extLst>
          </p:cNvPr>
          <p:cNvSpPr/>
          <p:nvPr/>
        </p:nvSpPr>
        <p:spPr>
          <a:xfrm>
            <a:off x="996399" y="3581581"/>
            <a:ext cx="2837301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ファイル名入力欄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0164DA-87C5-C575-9190-9009AC81A1E9}"/>
              </a:ext>
            </a:extLst>
          </p:cNvPr>
          <p:cNvSpPr/>
          <p:nvPr/>
        </p:nvSpPr>
        <p:spPr>
          <a:xfrm>
            <a:off x="3977862" y="3581581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選択</a:t>
            </a:r>
          </a:p>
        </p:txBody>
      </p:sp>
      <p:pic>
        <p:nvPicPr>
          <p:cNvPr id="8" name="図 7" descr="テーブル, 座る, ベッド, 横たわ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07F746D-3850-ADB7-BC9F-7D93127A5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69" y="1790027"/>
            <a:ext cx="1182758" cy="1414482"/>
          </a:xfrm>
          <a:prstGeom prst="rect">
            <a:avLst/>
          </a:prstGeom>
        </p:spPr>
      </p:pic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7A306097-EF4F-F7F6-86D2-BF666153EFB8}"/>
              </a:ext>
            </a:extLst>
          </p:cNvPr>
          <p:cNvSpPr/>
          <p:nvPr/>
        </p:nvSpPr>
        <p:spPr>
          <a:xfrm>
            <a:off x="2865424" y="1978214"/>
            <a:ext cx="1338828" cy="619355"/>
          </a:xfrm>
          <a:prstGeom prst="wedgeRectCallout">
            <a:avLst>
              <a:gd name="adj1" fmla="val -76511"/>
              <a:gd name="adj2" fmla="val 769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ここに画像が表示される</a:t>
            </a:r>
          </a:p>
        </p:txBody>
      </p:sp>
    </p:spTree>
    <p:extLst>
      <p:ext uri="{BB962C8B-B14F-4D97-AF65-F5344CB8AC3E}">
        <p14:creationId xmlns:p14="http://schemas.microsoft.com/office/powerpoint/2010/main" val="1352568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1BB75-2A7A-0598-E9F2-03E766AE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2FFAF25-C28C-AC81-BD85-6C3BE05A7CA9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BDD0BB-DFBF-14C7-C13A-BAF835B19A4D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説明文入力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8A6D16-AAC1-BCD0-8F25-C2C95ED42BD4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28A275B-C4F8-F49D-6245-271D668A7D10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79D33ADF-17BE-9523-BCF4-679DB84F22E2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ECE3B968-0A70-3F5E-EE44-9E488D4210DB}"/>
              </a:ext>
            </a:extLst>
          </p:cNvPr>
          <p:cNvSpPr/>
          <p:nvPr/>
        </p:nvSpPr>
        <p:spPr>
          <a:xfrm>
            <a:off x="1016277" y="52388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FF1BC8E-1C3C-C2A7-22D7-75139E738B40}"/>
              </a:ext>
            </a:extLst>
          </p:cNvPr>
          <p:cNvSpPr/>
          <p:nvPr/>
        </p:nvSpPr>
        <p:spPr>
          <a:xfrm>
            <a:off x="2156238" y="5238802"/>
            <a:ext cx="1710083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QR</a:t>
            </a:r>
            <a:r>
              <a:rPr kumimoji="1" lang="ja-JP" altLang="en-US" sz="1200" dirty="0">
                <a:solidFill>
                  <a:schemeClr val="tx1"/>
                </a:solidFill>
              </a:rPr>
              <a:t>コード発行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138355C-BFEC-A722-C897-F05429C65386}"/>
              </a:ext>
            </a:extLst>
          </p:cNvPr>
          <p:cNvSpPr txBox="1"/>
          <p:nvPr/>
        </p:nvSpPr>
        <p:spPr>
          <a:xfrm>
            <a:off x="5799372" y="1079037"/>
            <a:ext cx="6182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必要な言語を選択し説明文を入力する</a:t>
            </a:r>
            <a:endParaRPr kumimoji="1" lang="en-US" altLang="ja-JP" dirty="0"/>
          </a:p>
          <a:p>
            <a:r>
              <a:rPr kumimoji="1" lang="ja-JP" altLang="en-US" dirty="0"/>
              <a:t>対象外の言語は未入力にしておく</a:t>
            </a:r>
            <a:endParaRPr kumimoji="1" lang="en-US" altLang="ja-JP" dirty="0"/>
          </a:p>
          <a:p>
            <a:r>
              <a:rPr kumimoji="1" lang="ja-JP" altLang="en-US" dirty="0"/>
              <a:t>対象言語すべての入力が終わったら</a:t>
            </a:r>
            <a:r>
              <a:rPr kumimoji="1" lang="en-US" altLang="ja-JP" dirty="0"/>
              <a:t>QR</a:t>
            </a:r>
            <a:r>
              <a:rPr kumimoji="1" lang="ja-JP" altLang="en-US" dirty="0"/>
              <a:t>コード発行</a:t>
            </a:r>
            <a:r>
              <a:rPr lang="ja-JP" altLang="en-US" dirty="0"/>
              <a:t>ボタン</a:t>
            </a:r>
            <a:endParaRPr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E01FA7-41F2-3F87-5B89-6AE0CDFD9EF9}"/>
              </a:ext>
            </a:extLst>
          </p:cNvPr>
          <p:cNvSpPr txBox="1"/>
          <p:nvPr/>
        </p:nvSpPr>
        <p:spPr>
          <a:xfrm>
            <a:off x="1311965" y="1707154"/>
            <a:ext cx="2663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☑日本語</a:t>
            </a:r>
            <a:endParaRPr kumimoji="1" lang="en-US" altLang="ja-JP" dirty="0"/>
          </a:p>
          <a:p>
            <a:r>
              <a:rPr kumimoji="1" lang="ja-JP" altLang="en-US" dirty="0"/>
              <a:t>　英語</a:t>
            </a:r>
            <a:endParaRPr kumimoji="1" lang="en-US" altLang="ja-JP" dirty="0"/>
          </a:p>
          <a:p>
            <a:r>
              <a:rPr kumimoji="1" lang="ja-JP" altLang="en-US" dirty="0"/>
              <a:t>　中国語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1155DFB3-9B98-2B89-464A-FF87979A0E96}"/>
              </a:ext>
            </a:extLst>
          </p:cNvPr>
          <p:cNvSpPr/>
          <p:nvPr/>
        </p:nvSpPr>
        <p:spPr>
          <a:xfrm>
            <a:off x="3065561" y="1436954"/>
            <a:ext cx="1631121" cy="923330"/>
          </a:xfrm>
          <a:prstGeom prst="wedgeRectCallout">
            <a:avLst>
              <a:gd name="adj1" fmla="val -79939"/>
              <a:gd name="adj2" fmla="val 3989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ラジオボタン形式でどれか一つを選択する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CD3DDE2-3362-5D6B-AEA8-BD97CD51D71E}"/>
              </a:ext>
            </a:extLst>
          </p:cNvPr>
          <p:cNvSpPr/>
          <p:nvPr/>
        </p:nvSpPr>
        <p:spPr>
          <a:xfrm>
            <a:off x="996399" y="2718200"/>
            <a:ext cx="3784323" cy="17795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説明文入力欄</a:t>
            </a:r>
          </a:p>
        </p:txBody>
      </p:sp>
    </p:spTree>
    <p:extLst>
      <p:ext uri="{BB962C8B-B14F-4D97-AF65-F5344CB8AC3E}">
        <p14:creationId xmlns:p14="http://schemas.microsoft.com/office/powerpoint/2010/main" val="4012597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86D1-9B20-E25E-C892-783C38B9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B17DC03-87F2-75C6-24D0-1C92B72A90BF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3B17D2-37B2-5E00-01A1-2033736D39CC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QR</a:t>
            </a:r>
            <a:r>
              <a:rPr kumimoji="1" lang="ja-JP" altLang="en-US" dirty="0"/>
              <a:t>コード発行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8D1C0E-A06F-7A46-4616-8F5F25B032EE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QR</a:t>
            </a:r>
            <a:r>
              <a:rPr kumimoji="1" lang="ja-JP" altLang="en-US" dirty="0"/>
              <a:t>コード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CB4B4EC-0607-D685-7932-1DE0E66BF0D2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6750D38-4846-FB62-F557-423353BC1A5F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D58851C-41E5-C220-B1C6-031EC9CDF39C}"/>
              </a:ext>
            </a:extLst>
          </p:cNvPr>
          <p:cNvSpPr/>
          <p:nvPr/>
        </p:nvSpPr>
        <p:spPr>
          <a:xfrm>
            <a:off x="1016277" y="5238802"/>
            <a:ext cx="122996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トップページに戻る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3D1575D6-8174-B7B7-1BA9-882FE520EB5C}"/>
              </a:ext>
            </a:extLst>
          </p:cNvPr>
          <p:cNvSpPr/>
          <p:nvPr/>
        </p:nvSpPr>
        <p:spPr>
          <a:xfrm>
            <a:off x="2689774" y="5238802"/>
            <a:ext cx="1710083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印刷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pic>
        <p:nvPicPr>
          <p:cNvPr id="3" name="Picture 2" descr="QRコード作成【ずっと無料・無制限】／QRのススメ">
            <a:extLst>
              <a:ext uri="{FF2B5EF4-FFF2-40B4-BE49-F238E27FC236}">
                <a16:creationId xmlns:a16="http://schemas.microsoft.com/office/drawing/2014/main" id="{E0A2DFCB-A19D-A1A4-7242-4744D8FB2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719" y="2002367"/>
            <a:ext cx="2432601" cy="228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204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6394-85AF-A470-CC86-47C8BA33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E6B69D1-6931-2FCF-08FE-88DBD5BAA83B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D15F35-5F58-8312-8886-17BC663A905E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1BF7B7-CA0B-2727-1C4B-5EED6BA07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273446"/>
              </p:ext>
            </p:extLst>
          </p:nvPr>
        </p:nvGraphicFramePr>
        <p:xfrm>
          <a:off x="407503" y="1820444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914E434-B2E6-CA6D-529E-BD2A996B53ED}"/>
              </a:ext>
            </a:extLst>
          </p:cNvPr>
          <p:cNvSpPr/>
          <p:nvPr/>
        </p:nvSpPr>
        <p:spPr>
          <a:xfrm>
            <a:off x="516833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24CBB8F-4891-4F37-A3D7-645D08288FAD}"/>
              </a:ext>
            </a:extLst>
          </p:cNvPr>
          <p:cNvSpPr/>
          <p:nvPr/>
        </p:nvSpPr>
        <p:spPr>
          <a:xfrm>
            <a:off x="1752598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7F227C3-6767-671F-1819-4B08CEC39D13}"/>
              </a:ext>
            </a:extLst>
          </p:cNvPr>
          <p:cNvSpPr/>
          <p:nvPr/>
        </p:nvSpPr>
        <p:spPr>
          <a:xfrm>
            <a:off x="3087755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47F7A82-AFD8-762A-F786-C7FAFE5193F1}"/>
              </a:ext>
            </a:extLst>
          </p:cNvPr>
          <p:cNvSpPr txBox="1"/>
          <p:nvPr/>
        </p:nvSpPr>
        <p:spPr>
          <a:xfrm>
            <a:off x="462168" y="1182757"/>
            <a:ext cx="36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○○博物館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E1E7EF33-8457-CDFC-CB27-D5A9CC40A360}"/>
              </a:ext>
            </a:extLst>
          </p:cNvPr>
          <p:cNvSpPr/>
          <p:nvPr/>
        </p:nvSpPr>
        <p:spPr>
          <a:xfrm>
            <a:off x="1697933" y="4208338"/>
            <a:ext cx="1202635" cy="10237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710312-CB37-6E48-F2F0-5BEA7D33B61B}"/>
              </a:ext>
            </a:extLst>
          </p:cNvPr>
          <p:cNvSpPr txBox="1"/>
          <p:nvPr/>
        </p:nvSpPr>
        <p:spPr>
          <a:xfrm>
            <a:off x="462168" y="5733294"/>
            <a:ext cx="23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削除ボタンを押す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11003929-392C-6BA1-781A-AE8035288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97322"/>
              </p:ext>
            </p:extLst>
          </p:nvPr>
        </p:nvGraphicFramePr>
        <p:xfrm>
          <a:off x="6096000" y="1820444"/>
          <a:ext cx="476747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157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471559660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修正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5031B4C-34BF-7052-BFB1-F0E56F424CD8}"/>
              </a:ext>
            </a:extLst>
          </p:cNvPr>
          <p:cNvSpPr txBox="1"/>
          <p:nvPr/>
        </p:nvSpPr>
        <p:spPr>
          <a:xfrm>
            <a:off x="5178287" y="5059017"/>
            <a:ext cx="6679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削除選択は複数可能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「中止ボタン」で何もせずにトップ画面に戻る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「削除実行」ボタンで対象を消去後トップ画面に戻る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56D88C5-73CC-D113-8DDA-4F973E0FCC04}"/>
              </a:ext>
            </a:extLst>
          </p:cNvPr>
          <p:cNvSpPr/>
          <p:nvPr/>
        </p:nvSpPr>
        <p:spPr>
          <a:xfrm>
            <a:off x="7624970" y="4208338"/>
            <a:ext cx="1424612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削除実行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30422E8-778D-33A6-05C3-A8C062624E4D}"/>
              </a:ext>
            </a:extLst>
          </p:cNvPr>
          <p:cNvSpPr/>
          <p:nvPr/>
        </p:nvSpPr>
        <p:spPr>
          <a:xfrm>
            <a:off x="6096000" y="4208338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</p:spTree>
    <p:extLst>
      <p:ext uri="{BB962C8B-B14F-4D97-AF65-F5344CB8AC3E}">
        <p14:creationId xmlns:p14="http://schemas.microsoft.com/office/powerpoint/2010/main" val="2119597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4EAC-E5A6-5DBA-2F23-034B3944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81C04A-0028-A5B6-1958-69F2D492033C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9DE174-AE62-7CE5-72BD-8489DC27091E}"/>
              </a:ext>
            </a:extLst>
          </p:cNvPr>
          <p:cNvSpPr txBox="1"/>
          <p:nvPr/>
        </p:nvSpPr>
        <p:spPr>
          <a:xfrm>
            <a:off x="407503" y="198783"/>
            <a:ext cx="1144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ED75168-28E8-9817-7F55-1323ED6F3D83}"/>
              </a:ext>
            </a:extLst>
          </p:cNvPr>
          <p:cNvGraphicFramePr>
            <a:graphicFrameLocks noGrp="1"/>
          </p:cNvGraphicFramePr>
          <p:nvPr/>
        </p:nvGraphicFramePr>
        <p:xfrm>
          <a:off x="407503" y="1820444"/>
          <a:ext cx="367416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83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837083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F690D4D-1410-44CF-B269-7A078B4E47FF}"/>
              </a:ext>
            </a:extLst>
          </p:cNvPr>
          <p:cNvSpPr/>
          <p:nvPr/>
        </p:nvSpPr>
        <p:spPr>
          <a:xfrm>
            <a:off x="516833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116A870-47C0-64EB-1184-15EAA5241D0A}"/>
              </a:ext>
            </a:extLst>
          </p:cNvPr>
          <p:cNvSpPr/>
          <p:nvPr/>
        </p:nvSpPr>
        <p:spPr>
          <a:xfrm>
            <a:off x="1752598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4BDFE56-1BBD-E2F4-7C24-B589420EC17A}"/>
              </a:ext>
            </a:extLst>
          </p:cNvPr>
          <p:cNvSpPr/>
          <p:nvPr/>
        </p:nvSpPr>
        <p:spPr>
          <a:xfrm>
            <a:off x="3087755" y="4521420"/>
            <a:ext cx="1048579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54E4A5-AAB0-ADE7-91C3-C3407D149848}"/>
              </a:ext>
            </a:extLst>
          </p:cNvPr>
          <p:cNvSpPr txBox="1"/>
          <p:nvPr/>
        </p:nvSpPr>
        <p:spPr>
          <a:xfrm>
            <a:off x="462168" y="1182757"/>
            <a:ext cx="367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○○博物館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50E931A7-8E84-9FF0-7665-784C06C2A9A3}"/>
              </a:ext>
            </a:extLst>
          </p:cNvPr>
          <p:cNvSpPr/>
          <p:nvPr/>
        </p:nvSpPr>
        <p:spPr>
          <a:xfrm>
            <a:off x="3010726" y="4208338"/>
            <a:ext cx="1202635" cy="10237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2A1E1D0-B79B-04E9-E503-B73E01991B3C}"/>
              </a:ext>
            </a:extLst>
          </p:cNvPr>
          <p:cNvSpPr txBox="1"/>
          <p:nvPr/>
        </p:nvSpPr>
        <p:spPr>
          <a:xfrm>
            <a:off x="462168" y="5733294"/>
            <a:ext cx="23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修正ボタンを押す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452142B5-3F89-8D3D-D452-48C726851D1F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820444"/>
          <a:ext cx="476747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157">
                  <a:extLst>
                    <a:ext uri="{9D8B030D-6E8A-4147-A177-3AD203B41FA5}">
                      <a16:colId xmlns:a16="http://schemas.microsoft.com/office/drawing/2014/main" val="2563546956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3501910315"/>
                    </a:ext>
                  </a:extLst>
                </a:gridCol>
                <a:gridCol w="1589157">
                  <a:extLst>
                    <a:ext uri="{9D8B030D-6E8A-4147-A177-3AD203B41FA5}">
                      <a16:colId xmlns:a16="http://schemas.microsoft.com/office/drawing/2014/main" val="471559660"/>
                    </a:ext>
                  </a:extLst>
                </a:gridCol>
              </a:tblGrid>
              <a:tr h="16344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展示物コード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修正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0001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××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/>
                        <a:t>0002</a:t>
                      </a:r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1825"/>
                  </a:ext>
                </a:extLst>
              </a:tr>
            </a:tbl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BCADFBF-5F42-6280-0D19-F30B38F5DEF6}"/>
              </a:ext>
            </a:extLst>
          </p:cNvPr>
          <p:cNvSpPr/>
          <p:nvPr/>
        </p:nvSpPr>
        <p:spPr>
          <a:xfrm>
            <a:off x="7554571" y="4222545"/>
            <a:ext cx="1424612" cy="39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F5B93EE-17D5-8666-63D3-A938A7EE771A}"/>
              </a:ext>
            </a:extLst>
          </p:cNvPr>
          <p:cNvSpPr/>
          <p:nvPr/>
        </p:nvSpPr>
        <p:spPr>
          <a:xfrm>
            <a:off x="6025601" y="4222545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D4158E-D8D0-4514-959B-ACF29586AD8E}"/>
              </a:ext>
            </a:extLst>
          </p:cNvPr>
          <p:cNvSpPr txBox="1"/>
          <p:nvPr/>
        </p:nvSpPr>
        <p:spPr>
          <a:xfrm>
            <a:off x="5841727" y="5179296"/>
            <a:ext cx="6154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修正選択は一つのみ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「中止ボタン」で何もせずにトップ画面に戻る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「修正」ボタンで対象博物館の管理者画面に</a:t>
            </a:r>
          </a:p>
        </p:txBody>
      </p:sp>
    </p:spTree>
    <p:extLst>
      <p:ext uri="{BB962C8B-B14F-4D97-AF65-F5344CB8AC3E}">
        <p14:creationId xmlns:p14="http://schemas.microsoft.com/office/powerpoint/2010/main" val="3739271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11F8-422C-FD1B-A714-47C0E466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210B2BF-1061-E6DB-EBD3-C49519853C4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415560-8DAB-3737-658F-98E84DD3E51C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修正：展示物名入力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36B698-1AC8-98C9-577F-5A604C51806C}"/>
              </a:ext>
            </a:extLst>
          </p:cNvPr>
          <p:cNvSpPr/>
          <p:nvPr/>
        </p:nvSpPr>
        <p:spPr>
          <a:xfrm>
            <a:off x="1016277" y="1774761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385A34-EB53-07A5-E1AE-14B8C2E959D2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展示物名入力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704FD26-5B43-330C-B601-BB9B69ACB426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140782E-88AD-B677-FF49-C86BBDB9EF26}"/>
              </a:ext>
            </a:extLst>
          </p:cNvPr>
          <p:cNvSpPr txBox="1"/>
          <p:nvPr/>
        </p:nvSpPr>
        <p:spPr>
          <a:xfrm>
            <a:off x="2935468" y="1774761"/>
            <a:ext cx="164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日本語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B98A0AF-7F22-4D1D-6540-1944940D5E8A}"/>
              </a:ext>
            </a:extLst>
          </p:cNvPr>
          <p:cNvSpPr/>
          <p:nvPr/>
        </p:nvSpPr>
        <p:spPr>
          <a:xfrm>
            <a:off x="1016277" y="2380462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F436354-DE96-D8B7-FEF5-C4DF8612CEB4}"/>
              </a:ext>
            </a:extLst>
          </p:cNvPr>
          <p:cNvSpPr txBox="1"/>
          <p:nvPr/>
        </p:nvSpPr>
        <p:spPr>
          <a:xfrm>
            <a:off x="2935468" y="2380462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英語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9A9DDD9-BAA5-EC3C-89D4-27986E89027B}"/>
              </a:ext>
            </a:extLst>
          </p:cNvPr>
          <p:cNvSpPr/>
          <p:nvPr/>
        </p:nvSpPr>
        <p:spPr>
          <a:xfrm>
            <a:off x="1016277" y="2986163"/>
            <a:ext cx="1646582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展示物名入力欄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E9E75C6-0FBA-282E-0C92-376512C0FFD2}"/>
              </a:ext>
            </a:extLst>
          </p:cNvPr>
          <p:cNvSpPr txBox="1"/>
          <p:nvPr/>
        </p:nvSpPr>
        <p:spPr>
          <a:xfrm>
            <a:off x="2935468" y="2986163"/>
            <a:ext cx="151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中国語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77D7879-18B7-627C-6CDE-DDB7119FF6BE}"/>
              </a:ext>
            </a:extLst>
          </p:cNvPr>
          <p:cNvSpPr txBox="1"/>
          <p:nvPr/>
        </p:nvSpPr>
        <p:spPr>
          <a:xfrm>
            <a:off x="974588" y="3570407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6CFDF49-96BC-D36F-97CF-2B5103BBF9CA}"/>
              </a:ext>
            </a:extLst>
          </p:cNvPr>
          <p:cNvSpPr/>
          <p:nvPr/>
        </p:nvSpPr>
        <p:spPr>
          <a:xfrm>
            <a:off x="711201" y="1079037"/>
            <a:ext cx="4338320" cy="38142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404585D-781E-3C43-4F4A-EA7939121F5C}"/>
              </a:ext>
            </a:extLst>
          </p:cNvPr>
          <p:cNvSpPr/>
          <p:nvPr/>
        </p:nvSpPr>
        <p:spPr>
          <a:xfrm>
            <a:off x="1016277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2A6EE1A-A51D-82E9-E944-C19DCC5F2379}"/>
              </a:ext>
            </a:extLst>
          </p:cNvPr>
          <p:cNvSpPr/>
          <p:nvPr/>
        </p:nvSpPr>
        <p:spPr>
          <a:xfrm>
            <a:off x="2156239" y="4267403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A1C385C-F55F-3FB8-7C8B-3AD96B862A6F}"/>
              </a:ext>
            </a:extLst>
          </p:cNvPr>
          <p:cNvSpPr txBox="1"/>
          <p:nvPr/>
        </p:nvSpPr>
        <p:spPr>
          <a:xfrm>
            <a:off x="5675244" y="1397240"/>
            <a:ext cx="6182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修正トップページ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画像選択ページ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8850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F67A-EF15-2696-B840-76F96B4F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9C0C61C-8568-101D-50E0-0623D37B225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343C08-A8F5-EE08-F4BD-03A2E64B55AD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修正：画像選択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1DD57A-23B8-1CBA-34BE-86BFC8BEC0C7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展示物画像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4A8605A-DE5A-07F3-C682-C53D69979362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69AA25D-7A06-ACB9-8A76-69E1C98D4CF4}"/>
              </a:ext>
            </a:extLst>
          </p:cNvPr>
          <p:cNvSpPr txBox="1"/>
          <p:nvPr/>
        </p:nvSpPr>
        <p:spPr>
          <a:xfrm>
            <a:off x="955814" y="4081469"/>
            <a:ext cx="3921760" cy="3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未使用言語は何も入れない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276CBCF-7029-FA86-9EF9-FB061688F562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1BB6215-4B5E-38BD-774C-B906DFC9C757}"/>
              </a:ext>
            </a:extLst>
          </p:cNvPr>
          <p:cNvSpPr/>
          <p:nvPr/>
        </p:nvSpPr>
        <p:spPr>
          <a:xfrm>
            <a:off x="1105454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3481D28B-F737-9EF8-72FE-5F90065DBF84}"/>
              </a:ext>
            </a:extLst>
          </p:cNvPr>
          <p:cNvSpPr/>
          <p:nvPr/>
        </p:nvSpPr>
        <p:spPr>
          <a:xfrm>
            <a:off x="2245416" y="487183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次へ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5F92EA2-03A0-73E2-8DA8-51DA50B7B255}"/>
              </a:ext>
            </a:extLst>
          </p:cNvPr>
          <p:cNvSpPr txBox="1"/>
          <p:nvPr/>
        </p:nvSpPr>
        <p:spPr>
          <a:xfrm>
            <a:off x="5675244" y="1397240"/>
            <a:ext cx="6182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中止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修正トップページ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選択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ファイル名入力欄に入力されたファイルを確定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確定したファイル画像が表示される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次へ</a:t>
            </a:r>
            <a:endParaRPr kumimoji="1" lang="en-US" altLang="ja-JP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1" lang="ja-JP" altLang="en-US" dirty="0"/>
              <a:t>説明文入力欄に移動</a:t>
            </a:r>
            <a:endParaRPr kumimoji="1" lang="en-US" altLang="ja-JP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5DC4DA-066A-7198-6190-F2CA23082FE4}"/>
              </a:ext>
            </a:extLst>
          </p:cNvPr>
          <p:cNvSpPr/>
          <p:nvPr/>
        </p:nvSpPr>
        <p:spPr>
          <a:xfrm>
            <a:off x="996399" y="3581581"/>
            <a:ext cx="2837301" cy="3693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ファイル名入力欄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FB2961-AD0D-8A4E-F03D-85B82E050EE8}"/>
              </a:ext>
            </a:extLst>
          </p:cNvPr>
          <p:cNvSpPr/>
          <p:nvPr/>
        </p:nvSpPr>
        <p:spPr>
          <a:xfrm>
            <a:off x="3977862" y="3581581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選択</a:t>
            </a:r>
          </a:p>
        </p:txBody>
      </p:sp>
      <p:pic>
        <p:nvPicPr>
          <p:cNvPr id="8" name="図 7" descr="テーブル, 座る, ベッド, 横たわ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74ED103-3CBA-091D-699E-7DF78D90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69" y="1790027"/>
            <a:ext cx="1182758" cy="1414482"/>
          </a:xfrm>
          <a:prstGeom prst="rect">
            <a:avLst/>
          </a:prstGeom>
        </p:spPr>
      </p:pic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584426B7-1409-04CB-D612-AC71DC3AEBE4}"/>
              </a:ext>
            </a:extLst>
          </p:cNvPr>
          <p:cNvSpPr/>
          <p:nvPr/>
        </p:nvSpPr>
        <p:spPr>
          <a:xfrm>
            <a:off x="2865424" y="1978214"/>
            <a:ext cx="1338828" cy="619355"/>
          </a:xfrm>
          <a:prstGeom prst="wedgeRectCallout">
            <a:avLst>
              <a:gd name="adj1" fmla="val -76511"/>
              <a:gd name="adj2" fmla="val 769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ここに画像が表示される</a:t>
            </a:r>
          </a:p>
        </p:txBody>
      </p:sp>
    </p:spTree>
    <p:extLst>
      <p:ext uri="{BB962C8B-B14F-4D97-AF65-F5344CB8AC3E}">
        <p14:creationId xmlns:p14="http://schemas.microsoft.com/office/powerpoint/2010/main" val="2182266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3816-7B69-41CB-ADC6-C5743886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374D7C5-EB2C-58A2-FC40-BF78243F1B5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DEB5FA-6A0F-5C6E-73D8-0F6E00C4E59A}"/>
              </a:ext>
            </a:extLst>
          </p:cNvPr>
          <p:cNvSpPr txBox="1"/>
          <p:nvPr/>
        </p:nvSpPr>
        <p:spPr>
          <a:xfrm>
            <a:off x="407504" y="198783"/>
            <a:ext cx="379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修正：説明文入力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926DB8-39D0-E7B8-3468-6F09A3A237A7}"/>
              </a:ext>
            </a:extLst>
          </p:cNvPr>
          <p:cNvSpPr txBox="1"/>
          <p:nvPr/>
        </p:nvSpPr>
        <p:spPr>
          <a:xfrm>
            <a:off x="1016277" y="1249866"/>
            <a:ext cx="357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説明文入力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12BEB1-7029-272E-4174-D34B9A43D7FC}"/>
              </a:ext>
            </a:extLst>
          </p:cNvPr>
          <p:cNvSpPr txBox="1"/>
          <p:nvPr/>
        </p:nvSpPr>
        <p:spPr>
          <a:xfrm>
            <a:off x="3975652" y="252657"/>
            <a:ext cx="75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凡例：点線ボックスはエディットボックス、実線ボックスはボタン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F113430-CE55-EF58-569B-6E5E96794839}"/>
              </a:ext>
            </a:extLst>
          </p:cNvPr>
          <p:cNvSpPr/>
          <p:nvPr/>
        </p:nvSpPr>
        <p:spPr>
          <a:xfrm>
            <a:off x="711201" y="1079037"/>
            <a:ext cx="4338320" cy="48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2601AF4-B574-5C92-5E21-176E719C261D}"/>
              </a:ext>
            </a:extLst>
          </p:cNvPr>
          <p:cNvSpPr/>
          <p:nvPr/>
        </p:nvSpPr>
        <p:spPr>
          <a:xfrm>
            <a:off x="1016277" y="52388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中止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53048A9-6CBD-3F33-6DAC-133CE4B82773}"/>
              </a:ext>
            </a:extLst>
          </p:cNvPr>
          <p:cNvSpPr/>
          <p:nvPr/>
        </p:nvSpPr>
        <p:spPr>
          <a:xfrm>
            <a:off x="2156239" y="5238802"/>
            <a:ext cx="834886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C17538A-E700-90AF-98E7-D9BB308BDD37}"/>
              </a:ext>
            </a:extLst>
          </p:cNvPr>
          <p:cNvSpPr txBox="1"/>
          <p:nvPr/>
        </p:nvSpPr>
        <p:spPr>
          <a:xfrm>
            <a:off x="5799372" y="1079037"/>
            <a:ext cx="6182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必要な言語を選択し説明文を入力する</a:t>
            </a:r>
            <a:endParaRPr kumimoji="1" lang="en-US" altLang="ja-JP" dirty="0"/>
          </a:p>
          <a:p>
            <a:r>
              <a:rPr kumimoji="1" lang="ja-JP" altLang="en-US" dirty="0"/>
              <a:t>対象外の言語は未入力にしておく</a:t>
            </a:r>
            <a:endParaRPr kumimoji="1" lang="en-US" altLang="ja-JP" dirty="0"/>
          </a:p>
          <a:p>
            <a:r>
              <a:rPr kumimoji="1" lang="ja-JP" altLang="en-US" dirty="0"/>
              <a:t>対象言語すべての入力が終わったら</a:t>
            </a:r>
            <a:r>
              <a:rPr lang="en-US" altLang="ja-JP" dirty="0"/>
              <a:t>OK</a:t>
            </a:r>
            <a:r>
              <a:rPr lang="ja-JP" altLang="en-US" dirty="0"/>
              <a:t>ボタン</a:t>
            </a:r>
            <a:endParaRPr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51F646-82BE-BC1A-DE4C-A54EBF2DA8D3}"/>
              </a:ext>
            </a:extLst>
          </p:cNvPr>
          <p:cNvSpPr txBox="1"/>
          <p:nvPr/>
        </p:nvSpPr>
        <p:spPr>
          <a:xfrm>
            <a:off x="1311965" y="1707154"/>
            <a:ext cx="2663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☑日本語</a:t>
            </a:r>
            <a:endParaRPr kumimoji="1" lang="en-US" altLang="ja-JP" dirty="0"/>
          </a:p>
          <a:p>
            <a:r>
              <a:rPr kumimoji="1" lang="ja-JP" altLang="en-US" dirty="0"/>
              <a:t>　英語</a:t>
            </a:r>
            <a:endParaRPr kumimoji="1" lang="en-US" altLang="ja-JP" dirty="0"/>
          </a:p>
          <a:p>
            <a:r>
              <a:rPr kumimoji="1" lang="ja-JP" altLang="en-US" dirty="0"/>
              <a:t>　中国語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8A8BC2D5-5926-96EE-9452-3635B6C41A0B}"/>
              </a:ext>
            </a:extLst>
          </p:cNvPr>
          <p:cNvSpPr/>
          <p:nvPr/>
        </p:nvSpPr>
        <p:spPr>
          <a:xfrm>
            <a:off x="3065561" y="1436954"/>
            <a:ext cx="1631121" cy="923330"/>
          </a:xfrm>
          <a:prstGeom prst="wedgeRectCallout">
            <a:avLst>
              <a:gd name="adj1" fmla="val -79939"/>
              <a:gd name="adj2" fmla="val 3989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ラジオボタン形式でどれか一つを選択する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4B9F10-E5D6-2A09-8D13-AD838F194CCD}"/>
              </a:ext>
            </a:extLst>
          </p:cNvPr>
          <p:cNvSpPr/>
          <p:nvPr/>
        </p:nvSpPr>
        <p:spPr>
          <a:xfrm>
            <a:off x="996399" y="2718200"/>
            <a:ext cx="3784323" cy="17795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説明文入力欄</a:t>
            </a:r>
          </a:p>
        </p:txBody>
      </p:sp>
    </p:spTree>
    <p:extLst>
      <p:ext uri="{BB962C8B-B14F-4D97-AF65-F5344CB8AC3E}">
        <p14:creationId xmlns:p14="http://schemas.microsoft.com/office/powerpoint/2010/main" val="3021781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085EA-EE5A-3995-B30E-35F2DAE5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45B4D18-9214-71EA-A3B5-B1EFF566DC3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E1903D-28AC-1AA9-1B85-9A04AE681026}"/>
              </a:ext>
            </a:extLst>
          </p:cNvPr>
          <p:cNvSpPr txBox="1"/>
          <p:nvPr/>
        </p:nvSpPr>
        <p:spPr>
          <a:xfrm>
            <a:off x="407504" y="198783"/>
            <a:ext cx="489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アプリケーションとシステムの連携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719DAAD-586F-673C-D658-7955ECB95287}"/>
              </a:ext>
            </a:extLst>
          </p:cNvPr>
          <p:cNvSpPr/>
          <p:nvPr/>
        </p:nvSpPr>
        <p:spPr>
          <a:xfrm>
            <a:off x="2236304" y="2176392"/>
            <a:ext cx="1818861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QR</a:t>
            </a:r>
            <a:r>
              <a:rPr kumimoji="1" lang="ja-JP" altLang="en-US" sz="1200" dirty="0">
                <a:solidFill>
                  <a:schemeClr val="tx1"/>
                </a:solidFill>
              </a:rPr>
              <a:t>リーダー</a:t>
            </a:r>
          </a:p>
        </p:txBody>
      </p:sp>
      <p:pic>
        <p:nvPicPr>
          <p:cNvPr id="7" name="Picture 2" descr="QRコード作成【ずっと無料・無制限】／QRのススメ">
            <a:extLst>
              <a:ext uri="{FF2B5EF4-FFF2-40B4-BE49-F238E27FC236}">
                <a16:creationId xmlns:a16="http://schemas.microsoft.com/office/drawing/2014/main" id="{2AF49899-83AF-13D4-E81F-C08D0295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87" y="2186601"/>
            <a:ext cx="749487" cy="7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F190876D-C9FD-5149-4074-E4C48B80FE3D}"/>
              </a:ext>
            </a:extLst>
          </p:cNvPr>
          <p:cNvCxnSpPr>
            <a:stCxn id="7" idx="3"/>
            <a:endCxn id="3" idx="1"/>
          </p:cNvCxnSpPr>
          <p:nvPr/>
        </p:nvCxnSpPr>
        <p:spPr>
          <a:xfrm flipV="1">
            <a:off x="1669774" y="2534197"/>
            <a:ext cx="566530" cy="5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7E0DF062-9394-EA37-7F4D-1DEB1F3390FE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4055165" y="2534189"/>
            <a:ext cx="2350605" cy="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52FD92A-ED86-42F7-DB2B-91229B9EBB91}"/>
              </a:ext>
            </a:extLst>
          </p:cNvPr>
          <p:cNvSpPr txBox="1"/>
          <p:nvPr/>
        </p:nvSpPr>
        <p:spPr>
          <a:xfrm>
            <a:off x="4055165" y="218660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URL</a:t>
            </a:r>
            <a:r>
              <a:rPr lang="ja-JP" altLang="en-US" dirty="0"/>
              <a:t>通知</a:t>
            </a:r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D8FD5A1-1216-D5EF-FBA1-D2680DAA902E}"/>
              </a:ext>
            </a:extLst>
          </p:cNvPr>
          <p:cNvSpPr/>
          <p:nvPr/>
        </p:nvSpPr>
        <p:spPr>
          <a:xfrm>
            <a:off x="6405770" y="2176384"/>
            <a:ext cx="1989485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URL</a:t>
            </a:r>
            <a:r>
              <a:rPr kumimoji="1" lang="ja-JP" altLang="en-US" sz="1200" dirty="0">
                <a:solidFill>
                  <a:schemeClr val="tx1"/>
                </a:solidFill>
              </a:rPr>
              <a:t>から表示内容を確定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4D2C61C-B5C0-7E01-5752-619F824F3DEF}"/>
              </a:ext>
            </a:extLst>
          </p:cNvPr>
          <p:cNvSpPr/>
          <p:nvPr/>
        </p:nvSpPr>
        <p:spPr>
          <a:xfrm>
            <a:off x="6405770" y="3860370"/>
            <a:ext cx="1989485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画面構築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7B1CFE8-B714-50BE-FC93-AD0D96FFF535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7400513" y="2891993"/>
            <a:ext cx="0" cy="968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350A5490-2AB6-A694-B463-EA6A203CBCB3}"/>
              </a:ext>
            </a:extLst>
          </p:cNvPr>
          <p:cNvCxnSpPr>
            <a:cxnSpLocks/>
            <a:stCxn id="24" idx="1"/>
            <a:endCxn id="31" idx="3"/>
          </p:cNvCxnSpPr>
          <p:nvPr/>
        </p:nvCxnSpPr>
        <p:spPr>
          <a:xfrm flipH="1">
            <a:off x="4055165" y="4218175"/>
            <a:ext cx="235060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D4CBD29-CDCC-5459-79E1-2620CEB73053}"/>
              </a:ext>
            </a:extLst>
          </p:cNvPr>
          <p:cNvSpPr/>
          <p:nvPr/>
        </p:nvSpPr>
        <p:spPr>
          <a:xfrm>
            <a:off x="2236304" y="3860371"/>
            <a:ext cx="1818861" cy="715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ブラウザで画面表示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09C74A2-2A19-426A-E08D-57ADA2A7CF44}"/>
              </a:ext>
            </a:extLst>
          </p:cNvPr>
          <p:cNvSpPr txBox="1"/>
          <p:nvPr/>
        </p:nvSpPr>
        <p:spPr>
          <a:xfrm>
            <a:off x="2375452" y="14610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アプリ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2019330-ECAC-CD3F-6FBF-27AA004C5D9C}"/>
              </a:ext>
            </a:extLst>
          </p:cNvPr>
          <p:cNvSpPr txBox="1"/>
          <p:nvPr/>
        </p:nvSpPr>
        <p:spPr>
          <a:xfrm>
            <a:off x="6831495" y="14492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サーバー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9319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1714</Words>
  <Application>Microsoft Office PowerPoint</Application>
  <PresentationFormat>ワイド画面</PresentationFormat>
  <Paragraphs>455</Paragraphs>
  <Slides>31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6" baseType="lpstr">
      <vt:lpstr>游ゴシック</vt:lpstr>
      <vt:lpstr>游ゴシック Light</vt:lpstr>
      <vt:lpstr>Arial</vt:lpstr>
      <vt:lpstr>Wingdings</vt:lpstr>
      <vt:lpstr>Office テーマ</vt:lpstr>
      <vt:lpstr>博物館アプリ企画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takayuki matsunaga</dc:creator>
  <cp:lastModifiedBy>takayuki matsunaga</cp:lastModifiedBy>
  <cp:revision>6</cp:revision>
  <dcterms:created xsi:type="dcterms:W3CDTF">2026-01-03T04:55:58Z</dcterms:created>
  <dcterms:modified xsi:type="dcterms:W3CDTF">2026-01-09T00:20:05Z</dcterms:modified>
</cp:coreProperties>
</file>